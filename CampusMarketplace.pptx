
<file path=[Content_Types].xml><?xml version="1.0" encoding="utf-8"?>
<Types xmlns="http://schemas.openxmlformats.org/package/2006/content-types"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sldSz cx="18288000" cy="10287000"/>
  <p:notesSz cx="18288000" cy="102870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1"/>
    <p:restoredTop sz="94640"/>
  </p:normalViewPr>
  <p:slideViewPr>
    <p:cSldViewPr>
      <p:cViewPr varScale="1">
        <p:scale>
          <a:sx n="74" d="100"/>
          <a:sy n="74" d="100"/>
        </p:scale>
        <p:origin x="624" y="192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18288000" y="10287000"/>
                </a:moveTo>
                <a:lnTo>
                  <a:pt x="0" y="10287000"/>
                </a:lnTo>
                <a:lnTo>
                  <a:pt x="0" y="0"/>
                </a:lnTo>
                <a:lnTo>
                  <a:pt x="18288000" y="0"/>
                </a:lnTo>
                <a:lnTo>
                  <a:pt x="18288000" y="10287000"/>
                </a:lnTo>
                <a:close/>
              </a:path>
            </a:pathLst>
          </a:custGeom>
          <a:solidFill>
            <a:srgbClr val="ECEBE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bg object 17"/>
          <p:cNvSpPr/>
          <p:nvPr/>
        </p:nvSpPr>
        <p:spPr>
          <a:xfrm>
            <a:off x="16472289" y="1054009"/>
            <a:ext cx="347980" cy="347980"/>
          </a:xfrm>
          <a:custGeom>
            <a:avLst/>
            <a:gdLst/>
            <a:ahLst/>
            <a:cxnLst/>
            <a:rect l="l" t="t" r="r" b="b"/>
            <a:pathLst>
              <a:path w="347980" h="347980">
                <a:moveTo>
                  <a:pt x="173727" y="347455"/>
                </a:moveTo>
                <a:lnTo>
                  <a:pt x="127543" y="341249"/>
                </a:lnTo>
                <a:lnTo>
                  <a:pt x="86043" y="323736"/>
                </a:lnTo>
                <a:lnTo>
                  <a:pt x="50883" y="296571"/>
                </a:lnTo>
                <a:lnTo>
                  <a:pt x="23718" y="261411"/>
                </a:lnTo>
                <a:lnTo>
                  <a:pt x="6205" y="219910"/>
                </a:lnTo>
                <a:lnTo>
                  <a:pt x="0" y="173727"/>
                </a:lnTo>
                <a:lnTo>
                  <a:pt x="6205" y="127543"/>
                </a:lnTo>
                <a:lnTo>
                  <a:pt x="23718" y="86043"/>
                </a:lnTo>
                <a:lnTo>
                  <a:pt x="50883" y="50883"/>
                </a:lnTo>
                <a:lnTo>
                  <a:pt x="86043" y="23718"/>
                </a:lnTo>
                <a:lnTo>
                  <a:pt x="127543" y="6205"/>
                </a:lnTo>
                <a:lnTo>
                  <a:pt x="173727" y="0"/>
                </a:lnTo>
                <a:lnTo>
                  <a:pt x="219910" y="6205"/>
                </a:lnTo>
                <a:lnTo>
                  <a:pt x="261410" y="23718"/>
                </a:lnTo>
                <a:lnTo>
                  <a:pt x="296571" y="50883"/>
                </a:lnTo>
                <a:lnTo>
                  <a:pt x="323736" y="86043"/>
                </a:lnTo>
                <a:lnTo>
                  <a:pt x="341249" y="127543"/>
                </a:lnTo>
                <a:lnTo>
                  <a:pt x="347455" y="173727"/>
                </a:lnTo>
                <a:lnTo>
                  <a:pt x="341249" y="219910"/>
                </a:lnTo>
                <a:lnTo>
                  <a:pt x="323736" y="261411"/>
                </a:lnTo>
                <a:lnTo>
                  <a:pt x="296571" y="296571"/>
                </a:lnTo>
                <a:lnTo>
                  <a:pt x="261410" y="323736"/>
                </a:lnTo>
                <a:lnTo>
                  <a:pt x="219910" y="341249"/>
                </a:lnTo>
                <a:lnTo>
                  <a:pt x="173727" y="347455"/>
                </a:lnTo>
                <a:close/>
              </a:path>
            </a:pathLst>
          </a:custGeom>
          <a:solidFill>
            <a:srgbClr val="ECEBE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bg object 18"/>
          <p:cNvSpPr/>
          <p:nvPr/>
        </p:nvSpPr>
        <p:spPr>
          <a:xfrm>
            <a:off x="16548633" y="1163725"/>
            <a:ext cx="194945" cy="128270"/>
          </a:xfrm>
          <a:custGeom>
            <a:avLst/>
            <a:gdLst/>
            <a:ahLst/>
            <a:cxnLst/>
            <a:rect l="l" t="t" r="r" b="b"/>
            <a:pathLst>
              <a:path w="194944" h="128269">
                <a:moveTo>
                  <a:pt x="194741" y="115023"/>
                </a:moveTo>
                <a:lnTo>
                  <a:pt x="191008" y="111290"/>
                </a:lnTo>
                <a:lnTo>
                  <a:pt x="3733" y="111290"/>
                </a:lnTo>
                <a:lnTo>
                  <a:pt x="0" y="115023"/>
                </a:lnTo>
                <a:lnTo>
                  <a:pt x="0" y="124244"/>
                </a:lnTo>
                <a:lnTo>
                  <a:pt x="3733" y="127977"/>
                </a:lnTo>
                <a:lnTo>
                  <a:pt x="191008" y="127977"/>
                </a:lnTo>
                <a:lnTo>
                  <a:pt x="194741" y="124244"/>
                </a:lnTo>
                <a:lnTo>
                  <a:pt x="194741" y="119634"/>
                </a:lnTo>
                <a:lnTo>
                  <a:pt x="194741" y="115023"/>
                </a:lnTo>
                <a:close/>
              </a:path>
              <a:path w="194944" h="128269">
                <a:moveTo>
                  <a:pt x="194741" y="59385"/>
                </a:moveTo>
                <a:lnTo>
                  <a:pt x="191008" y="55651"/>
                </a:lnTo>
                <a:lnTo>
                  <a:pt x="3733" y="55651"/>
                </a:lnTo>
                <a:lnTo>
                  <a:pt x="0" y="59385"/>
                </a:lnTo>
                <a:lnTo>
                  <a:pt x="0" y="68605"/>
                </a:lnTo>
                <a:lnTo>
                  <a:pt x="3733" y="72339"/>
                </a:lnTo>
                <a:lnTo>
                  <a:pt x="191008" y="72339"/>
                </a:lnTo>
                <a:lnTo>
                  <a:pt x="194741" y="68605"/>
                </a:lnTo>
                <a:lnTo>
                  <a:pt x="194741" y="63995"/>
                </a:lnTo>
                <a:lnTo>
                  <a:pt x="194741" y="59385"/>
                </a:lnTo>
                <a:close/>
              </a:path>
              <a:path w="194944" h="128269">
                <a:moveTo>
                  <a:pt x="194741" y="3746"/>
                </a:moveTo>
                <a:lnTo>
                  <a:pt x="191008" y="0"/>
                </a:lnTo>
                <a:lnTo>
                  <a:pt x="3733" y="0"/>
                </a:lnTo>
                <a:lnTo>
                  <a:pt x="0" y="3746"/>
                </a:lnTo>
                <a:lnTo>
                  <a:pt x="0" y="12954"/>
                </a:lnTo>
                <a:lnTo>
                  <a:pt x="3733" y="16700"/>
                </a:lnTo>
                <a:lnTo>
                  <a:pt x="191008" y="16700"/>
                </a:lnTo>
                <a:lnTo>
                  <a:pt x="194741" y="12954"/>
                </a:lnTo>
                <a:lnTo>
                  <a:pt x="194741" y="8343"/>
                </a:lnTo>
                <a:lnTo>
                  <a:pt x="194741" y="3746"/>
                </a:lnTo>
                <a:close/>
              </a:path>
            </a:pathLst>
          </a:custGeom>
          <a:solidFill>
            <a:srgbClr val="7373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bg object 19"/>
          <p:cNvSpPr/>
          <p:nvPr/>
        </p:nvSpPr>
        <p:spPr>
          <a:xfrm>
            <a:off x="16911866" y="1054007"/>
            <a:ext cx="342900" cy="342900"/>
          </a:xfrm>
          <a:custGeom>
            <a:avLst/>
            <a:gdLst/>
            <a:ahLst/>
            <a:cxnLst/>
            <a:rect l="l" t="t" r="r" b="b"/>
            <a:pathLst>
              <a:path w="342900" h="342900">
                <a:moveTo>
                  <a:pt x="206816" y="342899"/>
                </a:moveTo>
                <a:lnTo>
                  <a:pt x="140525" y="342899"/>
                </a:lnTo>
                <a:lnTo>
                  <a:pt x="127556" y="341151"/>
                </a:lnTo>
                <a:lnTo>
                  <a:pt x="86083" y="323618"/>
                </a:lnTo>
                <a:lnTo>
                  <a:pt x="50920" y="296435"/>
                </a:lnTo>
                <a:lnTo>
                  <a:pt x="23737" y="261272"/>
                </a:lnTo>
                <a:lnTo>
                  <a:pt x="6204" y="219799"/>
                </a:lnTo>
                <a:lnTo>
                  <a:pt x="1049" y="181536"/>
                </a:lnTo>
                <a:lnTo>
                  <a:pt x="0" y="173623"/>
                </a:lnTo>
                <a:lnTo>
                  <a:pt x="6204" y="127570"/>
                </a:lnTo>
                <a:lnTo>
                  <a:pt x="23737" y="86097"/>
                </a:lnTo>
                <a:lnTo>
                  <a:pt x="50920" y="50934"/>
                </a:lnTo>
                <a:lnTo>
                  <a:pt x="86083" y="23751"/>
                </a:lnTo>
                <a:lnTo>
                  <a:pt x="127556" y="6218"/>
                </a:lnTo>
                <a:lnTo>
                  <a:pt x="173671" y="0"/>
                </a:lnTo>
                <a:lnTo>
                  <a:pt x="219785" y="6218"/>
                </a:lnTo>
                <a:lnTo>
                  <a:pt x="261258" y="23751"/>
                </a:lnTo>
                <a:lnTo>
                  <a:pt x="296421" y="50934"/>
                </a:lnTo>
                <a:lnTo>
                  <a:pt x="314155" y="73875"/>
                </a:lnTo>
                <a:lnTo>
                  <a:pt x="152033" y="73875"/>
                </a:lnTo>
                <a:lnTo>
                  <a:pt x="122613" y="79606"/>
                </a:lnTo>
                <a:lnTo>
                  <a:pt x="96787" y="96801"/>
                </a:lnTo>
                <a:lnTo>
                  <a:pt x="79592" y="122644"/>
                </a:lnTo>
                <a:lnTo>
                  <a:pt x="73861" y="152090"/>
                </a:lnTo>
                <a:lnTo>
                  <a:pt x="79592" y="181536"/>
                </a:lnTo>
                <a:lnTo>
                  <a:pt x="108999" y="217409"/>
                </a:lnTo>
                <a:lnTo>
                  <a:pt x="152018" y="230305"/>
                </a:lnTo>
                <a:lnTo>
                  <a:pt x="213965" y="230305"/>
                </a:lnTo>
                <a:lnTo>
                  <a:pt x="245807" y="262147"/>
                </a:lnTo>
                <a:lnTo>
                  <a:pt x="248007" y="264463"/>
                </a:lnTo>
                <a:lnTo>
                  <a:pt x="251017" y="265621"/>
                </a:lnTo>
                <a:lnTo>
                  <a:pt x="320242" y="265621"/>
                </a:lnTo>
                <a:lnTo>
                  <a:pt x="296421" y="296435"/>
                </a:lnTo>
                <a:lnTo>
                  <a:pt x="261258" y="323618"/>
                </a:lnTo>
                <a:lnTo>
                  <a:pt x="219785" y="341151"/>
                </a:lnTo>
                <a:lnTo>
                  <a:pt x="206816" y="342899"/>
                </a:lnTo>
                <a:close/>
              </a:path>
              <a:path w="342900" h="342900">
                <a:moveTo>
                  <a:pt x="320242" y="265621"/>
                </a:moveTo>
                <a:lnTo>
                  <a:pt x="256922" y="265621"/>
                </a:lnTo>
                <a:lnTo>
                  <a:pt x="259933" y="264463"/>
                </a:lnTo>
                <a:lnTo>
                  <a:pt x="262133" y="262147"/>
                </a:lnTo>
                <a:lnTo>
                  <a:pt x="266649" y="257631"/>
                </a:lnTo>
                <a:lnTo>
                  <a:pt x="266649" y="250336"/>
                </a:lnTo>
                <a:lnTo>
                  <a:pt x="214891" y="198579"/>
                </a:lnTo>
                <a:lnTo>
                  <a:pt x="227197" y="173623"/>
                </a:lnTo>
                <a:lnTo>
                  <a:pt x="223456" y="120064"/>
                </a:lnTo>
                <a:lnTo>
                  <a:pt x="181474" y="79606"/>
                </a:lnTo>
                <a:lnTo>
                  <a:pt x="152033" y="73875"/>
                </a:lnTo>
                <a:lnTo>
                  <a:pt x="314155" y="73875"/>
                </a:lnTo>
                <a:lnTo>
                  <a:pt x="323604" y="86097"/>
                </a:lnTo>
                <a:lnTo>
                  <a:pt x="341137" y="127570"/>
                </a:lnTo>
                <a:lnTo>
                  <a:pt x="342891" y="140581"/>
                </a:lnTo>
                <a:lnTo>
                  <a:pt x="342811" y="207379"/>
                </a:lnTo>
                <a:lnTo>
                  <a:pt x="341137" y="219799"/>
                </a:lnTo>
                <a:lnTo>
                  <a:pt x="323604" y="261272"/>
                </a:lnTo>
                <a:lnTo>
                  <a:pt x="320242" y="265621"/>
                </a:lnTo>
                <a:close/>
              </a:path>
              <a:path w="342900" h="342900">
                <a:moveTo>
                  <a:pt x="213965" y="230305"/>
                </a:moveTo>
                <a:lnTo>
                  <a:pt x="152018" y="230305"/>
                </a:lnTo>
                <a:lnTo>
                  <a:pt x="164290" y="229332"/>
                </a:lnTo>
                <a:lnTo>
                  <a:pt x="176290" y="226426"/>
                </a:lnTo>
                <a:lnTo>
                  <a:pt x="187791" y="221610"/>
                </a:lnTo>
                <a:lnTo>
                  <a:pt x="198565" y="214905"/>
                </a:lnTo>
                <a:lnTo>
                  <a:pt x="213965" y="230305"/>
                </a:lnTo>
                <a:close/>
              </a:path>
            </a:pathLst>
          </a:custGeom>
          <a:solidFill>
            <a:srgbClr val="A6182E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20" name="bg object 20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7008914" y="1151040"/>
            <a:ext cx="110057" cy="110085"/>
          </a:xfrm>
          <a:prstGeom prst="rect">
            <a:avLst/>
          </a:prstGeom>
        </p:spPr>
      </p:pic>
      <p:sp>
        <p:nvSpPr>
          <p:cNvPr id="21" name="bg object 21"/>
          <p:cNvSpPr/>
          <p:nvPr/>
        </p:nvSpPr>
        <p:spPr>
          <a:xfrm>
            <a:off x="2773069" y="4478052"/>
            <a:ext cx="1854835" cy="114935"/>
          </a:xfrm>
          <a:custGeom>
            <a:avLst/>
            <a:gdLst/>
            <a:ahLst/>
            <a:cxnLst/>
            <a:rect l="l" t="t" r="r" b="b"/>
            <a:pathLst>
              <a:path w="1854835" h="114935">
                <a:moveTo>
                  <a:pt x="1797223" y="114873"/>
                </a:moveTo>
                <a:lnTo>
                  <a:pt x="57150" y="114873"/>
                </a:lnTo>
                <a:lnTo>
                  <a:pt x="34904" y="110381"/>
                </a:lnTo>
                <a:lnTo>
                  <a:pt x="16738" y="98134"/>
                </a:lnTo>
                <a:lnTo>
                  <a:pt x="4491" y="79968"/>
                </a:lnTo>
                <a:lnTo>
                  <a:pt x="0" y="57723"/>
                </a:lnTo>
                <a:lnTo>
                  <a:pt x="0" y="57150"/>
                </a:lnTo>
                <a:lnTo>
                  <a:pt x="4491" y="34904"/>
                </a:lnTo>
                <a:lnTo>
                  <a:pt x="16738" y="16738"/>
                </a:lnTo>
                <a:lnTo>
                  <a:pt x="34904" y="4491"/>
                </a:lnTo>
                <a:lnTo>
                  <a:pt x="57150" y="0"/>
                </a:lnTo>
                <a:lnTo>
                  <a:pt x="1797223" y="0"/>
                </a:lnTo>
                <a:lnTo>
                  <a:pt x="1819470" y="4491"/>
                </a:lnTo>
                <a:lnTo>
                  <a:pt x="1837635" y="16738"/>
                </a:lnTo>
                <a:lnTo>
                  <a:pt x="1849883" y="34904"/>
                </a:lnTo>
                <a:lnTo>
                  <a:pt x="1854373" y="57150"/>
                </a:lnTo>
                <a:lnTo>
                  <a:pt x="1854373" y="57723"/>
                </a:lnTo>
                <a:lnTo>
                  <a:pt x="1849883" y="79968"/>
                </a:lnTo>
                <a:lnTo>
                  <a:pt x="1837635" y="98134"/>
                </a:lnTo>
                <a:lnTo>
                  <a:pt x="1819470" y="110381"/>
                </a:lnTo>
                <a:lnTo>
                  <a:pt x="1797223" y="114873"/>
                </a:lnTo>
                <a:close/>
              </a:path>
            </a:pathLst>
          </a:custGeom>
          <a:solidFill>
            <a:srgbClr val="A6182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bg object 22"/>
          <p:cNvSpPr/>
          <p:nvPr/>
        </p:nvSpPr>
        <p:spPr>
          <a:xfrm>
            <a:off x="4891143" y="4478052"/>
            <a:ext cx="1854835" cy="114935"/>
          </a:xfrm>
          <a:custGeom>
            <a:avLst/>
            <a:gdLst/>
            <a:ahLst/>
            <a:cxnLst/>
            <a:rect l="l" t="t" r="r" b="b"/>
            <a:pathLst>
              <a:path w="1854834" h="114935">
                <a:moveTo>
                  <a:pt x="1797234" y="114873"/>
                </a:moveTo>
                <a:lnTo>
                  <a:pt x="57149" y="114873"/>
                </a:lnTo>
                <a:lnTo>
                  <a:pt x="34905" y="110381"/>
                </a:lnTo>
                <a:lnTo>
                  <a:pt x="16739" y="98134"/>
                </a:lnTo>
                <a:lnTo>
                  <a:pt x="4491" y="79968"/>
                </a:lnTo>
                <a:lnTo>
                  <a:pt x="0" y="57723"/>
                </a:lnTo>
                <a:lnTo>
                  <a:pt x="0" y="57150"/>
                </a:lnTo>
                <a:lnTo>
                  <a:pt x="4491" y="34904"/>
                </a:lnTo>
                <a:lnTo>
                  <a:pt x="16739" y="16738"/>
                </a:lnTo>
                <a:lnTo>
                  <a:pt x="34905" y="4491"/>
                </a:lnTo>
                <a:lnTo>
                  <a:pt x="57149" y="0"/>
                </a:lnTo>
                <a:lnTo>
                  <a:pt x="1797234" y="0"/>
                </a:lnTo>
                <a:lnTo>
                  <a:pt x="1819473" y="4491"/>
                </a:lnTo>
                <a:lnTo>
                  <a:pt x="1837639" y="16738"/>
                </a:lnTo>
                <a:lnTo>
                  <a:pt x="1849891" y="34904"/>
                </a:lnTo>
                <a:lnTo>
                  <a:pt x="1854384" y="57150"/>
                </a:lnTo>
                <a:lnTo>
                  <a:pt x="1854384" y="57723"/>
                </a:lnTo>
                <a:lnTo>
                  <a:pt x="1849891" y="79968"/>
                </a:lnTo>
                <a:lnTo>
                  <a:pt x="1837639" y="98134"/>
                </a:lnTo>
                <a:lnTo>
                  <a:pt x="1819473" y="110381"/>
                </a:lnTo>
                <a:lnTo>
                  <a:pt x="1797234" y="114873"/>
                </a:lnTo>
                <a:close/>
              </a:path>
            </a:pathLst>
          </a:custGeom>
          <a:solidFill>
            <a:srgbClr val="A6182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1478466" y="1006536"/>
            <a:ext cx="680085" cy="3302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1550" b="0" i="0">
                <a:solidFill>
                  <a:schemeClr val="bg1"/>
                </a:solidFill>
                <a:latin typeface="Tahoma"/>
                <a:cs typeface="Tahom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2743200" y="5760720"/>
            <a:ext cx="12801600" cy="25717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7200" b="1" i="0">
                <a:solidFill>
                  <a:schemeClr val="tx1"/>
                </a:solidFill>
                <a:latin typeface="Gill Sans MT"/>
                <a:cs typeface="Gill Sans MT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6/4/26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11550" b="0" i="0">
                <a:solidFill>
                  <a:schemeClr val="bg1"/>
                </a:solidFill>
                <a:latin typeface="Tahoma"/>
                <a:cs typeface="Tahom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7200" b="1" i="0">
                <a:solidFill>
                  <a:schemeClr val="tx1"/>
                </a:solidFill>
                <a:latin typeface="Gill Sans MT"/>
                <a:cs typeface="Gill Sans MT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6/4/26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11550" b="0" i="0">
                <a:solidFill>
                  <a:schemeClr val="bg1"/>
                </a:solidFill>
                <a:latin typeface="Tahoma"/>
                <a:cs typeface="Tahom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914400" y="2366010"/>
            <a:ext cx="7955280" cy="67894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9418320" y="2366010"/>
            <a:ext cx="7955280" cy="67894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6/4/26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11550" b="0" i="0">
                <a:solidFill>
                  <a:schemeClr val="bg1"/>
                </a:solidFill>
                <a:latin typeface="Tahoma"/>
                <a:cs typeface="Tahom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6/4/26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6/4/26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18288000" y="10287000"/>
                </a:moveTo>
                <a:lnTo>
                  <a:pt x="0" y="10287000"/>
                </a:lnTo>
                <a:lnTo>
                  <a:pt x="0" y="0"/>
                </a:lnTo>
                <a:lnTo>
                  <a:pt x="18288000" y="0"/>
                </a:lnTo>
                <a:lnTo>
                  <a:pt x="18288000" y="10287000"/>
                </a:lnTo>
                <a:close/>
              </a:path>
            </a:pathLst>
          </a:custGeom>
          <a:solidFill>
            <a:srgbClr val="ECEBE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7453764" y="2946090"/>
            <a:ext cx="8347709" cy="17907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1550" b="0" i="0">
                <a:solidFill>
                  <a:schemeClr val="bg1"/>
                </a:solidFill>
                <a:latin typeface="Tahoma"/>
                <a:cs typeface="Tahom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1736477" y="3698651"/>
            <a:ext cx="7660005" cy="217995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7200" b="1" i="0">
                <a:solidFill>
                  <a:schemeClr val="tx1"/>
                </a:solidFill>
                <a:latin typeface="Gill Sans MT"/>
                <a:cs typeface="Gill Sans MT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6217920" y="9566910"/>
            <a:ext cx="5852160" cy="5143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914400" y="9566910"/>
            <a:ext cx="4206240" cy="5143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6/4/26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13167361" y="9566910"/>
            <a:ext cx="4206240" cy="5143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10" Type="http://schemas.openxmlformats.org/officeDocument/2006/relationships/image" Target="../media/image10.png"/><Relationship Id="rId4" Type="http://schemas.openxmlformats.org/officeDocument/2006/relationships/image" Target="../media/image4.png"/><Relationship Id="rId9" Type="http://schemas.openxmlformats.org/officeDocument/2006/relationships/image" Target="../media/image9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14.jpg"/><Relationship Id="rId5" Type="http://schemas.openxmlformats.org/officeDocument/2006/relationships/image" Target="../media/image13.jpg"/><Relationship Id="rId4" Type="http://schemas.openxmlformats.org/officeDocument/2006/relationships/image" Target="../media/image12.jp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jp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jpg"/><Relationship Id="rId7" Type="http://schemas.openxmlformats.org/officeDocument/2006/relationships/image" Target="../media/image22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21.png"/><Relationship Id="rId5" Type="http://schemas.openxmlformats.org/officeDocument/2006/relationships/image" Target="../media/image20.png"/><Relationship Id="rId4" Type="http://schemas.openxmlformats.org/officeDocument/2006/relationships/image" Target="../media/image19.jp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jpg"/><Relationship Id="rId2" Type="http://schemas.openxmlformats.org/officeDocument/2006/relationships/image" Target="../media/image23.jpg"/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jpg"/><Relationship Id="rId2" Type="http://schemas.openxmlformats.org/officeDocument/2006/relationships/image" Target="../media/image25.jpg"/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7.jpg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30.png"/><Relationship Id="rId4" Type="http://schemas.openxmlformats.org/officeDocument/2006/relationships/image" Target="../media/image29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31.jpg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30.png"/><Relationship Id="rId4" Type="http://schemas.openxmlformats.org/officeDocument/2006/relationships/image" Target="../media/image28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image" Target="../media/image32.jpg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35.png"/><Relationship Id="rId4" Type="http://schemas.openxmlformats.org/officeDocument/2006/relationships/image" Target="../media/image34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image" Target="../media/image36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8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image" Target="../media/image39.jp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image" Target="../media/image41.jp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image" Target="../media/image42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8.pn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3.jp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16472289" y="1054009"/>
            <a:ext cx="347980" cy="347980"/>
            <a:chOff x="16472289" y="1054009"/>
            <a:chExt cx="347980" cy="347980"/>
          </a:xfrm>
        </p:grpSpPr>
        <p:sp>
          <p:nvSpPr>
            <p:cNvPr id="3" name="object 3"/>
            <p:cNvSpPr/>
            <p:nvPr/>
          </p:nvSpPr>
          <p:spPr>
            <a:xfrm>
              <a:off x="16472289" y="1054009"/>
              <a:ext cx="347980" cy="347980"/>
            </a:xfrm>
            <a:custGeom>
              <a:avLst/>
              <a:gdLst/>
              <a:ahLst/>
              <a:cxnLst/>
              <a:rect l="l" t="t" r="r" b="b"/>
              <a:pathLst>
                <a:path w="347980" h="347980">
                  <a:moveTo>
                    <a:pt x="173727" y="347455"/>
                  </a:moveTo>
                  <a:lnTo>
                    <a:pt x="127543" y="341249"/>
                  </a:lnTo>
                  <a:lnTo>
                    <a:pt x="86043" y="323736"/>
                  </a:lnTo>
                  <a:lnTo>
                    <a:pt x="50883" y="296571"/>
                  </a:lnTo>
                  <a:lnTo>
                    <a:pt x="23718" y="261411"/>
                  </a:lnTo>
                  <a:lnTo>
                    <a:pt x="6205" y="219910"/>
                  </a:lnTo>
                  <a:lnTo>
                    <a:pt x="0" y="173727"/>
                  </a:lnTo>
                  <a:lnTo>
                    <a:pt x="6205" y="127543"/>
                  </a:lnTo>
                  <a:lnTo>
                    <a:pt x="23718" y="86043"/>
                  </a:lnTo>
                  <a:lnTo>
                    <a:pt x="50883" y="50883"/>
                  </a:lnTo>
                  <a:lnTo>
                    <a:pt x="86043" y="23718"/>
                  </a:lnTo>
                  <a:lnTo>
                    <a:pt x="127543" y="6205"/>
                  </a:lnTo>
                  <a:lnTo>
                    <a:pt x="173727" y="0"/>
                  </a:lnTo>
                  <a:lnTo>
                    <a:pt x="219910" y="6205"/>
                  </a:lnTo>
                  <a:lnTo>
                    <a:pt x="261410" y="23718"/>
                  </a:lnTo>
                  <a:lnTo>
                    <a:pt x="296571" y="50883"/>
                  </a:lnTo>
                  <a:lnTo>
                    <a:pt x="323736" y="86043"/>
                  </a:lnTo>
                  <a:lnTo>
                    <a:pt x="341249" y="127543"/>
                  </a:lnTo>
                  <a:lnTo>
                    <a:pt x="347455" y="173727"/>
                  </a:lnTo>
                  <a:lnTo>
                    <a:pt x="341249" y="219910"/>
                  </a:lnTo>
                  <a:lnTo>
                    <a:pt x="323736" y="261411"/>
                  </a:lnTo>
                  <a:lnTo>
                    <a:pt x="296571" y="296571"/>
                  </a:lnTo>
                  <a:lnTo>
                    <a:pt x="261410" y="323736"/>
                  </a:lnTo>
                  <a:lnTo>
                    <a:pt x="219910" y="341249"/>
                  </a:lnTo>
                  <a:lnTo>
                    <a:pt x="173727" y="347455"/>
                  </a:lnTo>
                  <a:close/>
                </a:path>
              </a:pathLst>
            </a:custGeom>
            <a:solidFill>
              <a:srgbClr val="E7E7E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16548633" y="1163725"/>
              <a:ext cx="194945" cy="128270"/>
            </a:xfrm>
            <a:custGeom>
              <a:avLst/>
              <a:gdLst/>
              <a:ahLst/>
              <a:cxnLst/>
              <a:rect l="l" t="t" r="r" b="b"/>
              <a:pathLst>
                <a:path w="194944" h="128269">
                  <a:moveTo>
                    <a:pt x="194741" y="115023"/>
                  </a:moveTo>
                  <a:lnTo>
                    <a:pt x="191008" y="111290"/>
                  </a:lnTo>
                  <a:lnTo>
                    <a:pt x="3733" y="111290"/>
                  </a:lnTo>
                  <a:lnTo>
                    <a:pt x="0" y="115023"/>
                  </a:lnTo>
                  <a:lnTo>
                    <a:pt x="0" y="124244"/>
                  </a:lnTo>
                  <a:lnTo>
                    <a:pt x="3733" y="127977"/>
                  </a:lnTo>
                  <a:lnTo>
                    <a:pt x="191008" y="127977"/>
                  </a:lnTo>
                  <a:lnTo>
                    <a:pt x="194741" y="124244"/>
                  </a:lnTo>
                  <a:lnTo>
                    <a:pt x="194741" y="119634"/>
                  </a:lnTo>
                  <a:lnTo>
                    <a:pt x="194741" y="115023"/>
                  </a:lnTo>
                  <a:close/>
                </a:path>
                <a:path w="194944" h="128269">
                  <a:moveTo>
                    <a:pt x="194741" y="59385"/>
                  </a:moveTo>
                  <a:lnTo>
                    <a:pt x="191008" y="55651"/>
                  </a:lnTo>
                  <a:lnTo>
                    <a:pt x="3733" y="55651"/>
                  </a:lnTo>
                  <a:lnTo>
                    <a:pt x="0" y="59385"/>
                  </a:lnTo>
                  <a:lnTo>
                    <a:pt x="0" y="68605"/>
                  </a:lnTo>
                  <a:lnTo>
                    <a:pt x="3733" y="72339"/>
                  </a:lnTo>
                  <a:lnTo>
                    <a:pt x="191008" y="72339"/>
                  </a:lnTo>
                  <a:lnTo>
                    <a:pt x="194741" y="68605"/>
                  </a:lnTo>
                  <a:lnTo>
                    <a:pt x="194741" y="63995"/>
                  </a:lnTo>
                  <a:lnTo>
                    <a:pt x="194741" y="59385"/>
                  </a:lnTo>
                  <a:close/>
                </a:path>
                <a:path w="194944" h="128269">
                  <a:moveTo>
                    <a:pt x="194741" y="3746"/>
                  </a:moveTo>
                  <a:lnTo>
                    <a:pt x="191008" y="0"/>
                  </a:lnTo>
                  <a:lnTo>
                    <a:pt x="3733" y="0"/>
                  </a:lnTo>
                  <a:lnTo>
                    <a:pt x="0" y="3746"/>
                  </a:lnTo>
                  <a:lnTo>
                    <a:pt x="0" y="12954"/>
                  </a:lnTo>
                  <a:lnTo>
                    <a:pt x="3733" y="16700"/>
                  </a:lnTo>
                  <a:lnTo>
                    <a:pt x="191008" y="16700"/>
                  </a:lnTo>
                  <a:lnTo>
                    <a:pt x="194741" y="12954"/>
                  </a:lnTo>
                  <a:lnTo>
                    <a:pt x="194741" y="8343"/>
                  </a:lnTo>
                  <a:lnTo>
                    <a:pt x="194741" y="3746"/>
                  </a:lnTo>
                  <a:close/>
                </a:path>
              </a:pathLst>
            </a:custGeom>
            <a:solidFill>
              <a:srgbClr val="73737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5" name="object 5"/>
          <p:cNvGrpSpPr/>
          <p:nvPr/>
        </p:nvGrpSpPr>
        <p:grpSpPr>
          <a:xfrm>
            <a:off x="16911866" y="1054007"/>
            <a:ext cx="342900" cy="342900"/>
            <a:chOff x="16911866" y="1054007"/>
            <a:chExt cx="342900" cy="342900"/>
          </a:xfrm>
        </p:grpSpPr>
        <p:sp>
          <p:nvSpPr>
            <p:cNvPr id="6" name="object 6"/>
            <p:cNvSpPr/>
            <p:nvPr/>
          </p:nvSpPr>
          <p:spPr>
            <a:xfrm>
              <a:off x="16911866" y="1054007"/>
              <a:ext cx="342900" cy="342900"/>
            </a:xfrm>
            <a:custGeom>
              <a:avLst/>
              <a:gdLst/>
              <a:ahLst/>
              <a:cxnLst/>
              <a:rect l="l" t="t" r="r" b="b"/>
              <a:pathLst>
                <a:path w="342900" h="342900">
                  <a:moveTo>
                    <a:pt x="206816" y="342899"/>
                  </a:moveTo>
                  <a:lnTo>
                    <a:pt x="140525" y="342899"/>
                  </a:lnTo>
                  <a:lnTo>
                    <a:pt x="127556" y="341151"/>
                  </a:lnTo>
                  <a:lnTo>
                    <a:pt x="86083" y="323618"/>
                  </a:lnTo>
                  <a:lnTo>
                    <a:pt x="50920" y="296435"/>
                  </a:lnTo>
                  <a:lnTo>
                    <a:pt x="23737" y="261272"/>
                  </a:lnTo>
                  <a:lnTo>
                    <a:pt x="6204" y="219799"/>
                  </a:lnTo>
                  <a:lnTo>
                    <a:pt x="1049" y="181536"/>
                  </a:lnTo>
                  <a:lnTo>
                    <a:pt x="0" y="173623"/>
                  </a:lnTo>
                  <a:lnTo>
                    <a:pt x="6204" y="127570"/>
                  </a:lnTo>
                  <a:lnTo>
                    <a:pt x="23737" y="86097"/>
                  </a:lnTo>
                  <a:lnTo>
                    <a:pt x="50920" y="50934"/>
                  </a:lnTo>
                  <a:lnTo>
                    <a:pt x="86083" y="23751"/>
                  </a:lnTo>
                  <a:lnTo>
                    <a:pt x="127556" y="6218"/>
                  </a:lnTo>
                  <a:lnTo>
                    <a:pt x="173671" y="0"/>
                  </a:lnTo>
                  <a:lnTo>
                    <a:pt x="219785" y="6218"/>
                  </a:lnTo>
                  <a:lnTo>
                    <a:pt x="261258" y="23751"/>
                  </a:lnTo>
                  <a:lnTo>
                    <a:pt x="296421" y="50934"/>
                  </a:lnTo>
                  <a:lnTo>
                    <a:pt x="314155" y="73875"/>
                  </a:lnTo>
                  <a:lnTo>
                    <a:pt x="152033" y="73875"/>
                  </a:lnTo>
                  <a:lnTo>
                    <a:pt x="122613" y="79606"/>
                  </a:lnTo>
                  <a:lnTo>
                    <a:pt x="96787" y="96801"/>
                  </a:lnTo>
                  <a:lnTo>
                    <a:pt x="79592" y="122644"/>
                  </a:lnTo>
                  <a:lnTo>
                    <a:pt x="73861" y="152090"/>
                  </a:lnTo>
                  <a:lnTo>
                    <a:pt x="79592" y="181536"/>
                  </a:lnTo>
                  <a:lnTo>
                    <a:pt x="108999" y="217409"/>
                  </a:lnTo>
                  <a:lnTo>
                    <a:pt x="152018" y="230305"/>
                  </a:lnTo>
                  <a:lnTo>
                    <a:pt x="213965" y="230305"/>
                  </a:lnTo>
                  <a:lnTo>
                    <a:pt x="245807" y="262147"/>
                  </a:lnTo>
                  <a:lnTo>
                    <a:pt x="248007" y="264463"/>
                  </a:lnTo>
                  <a:lnTo>
                    <a:pt x="251017" y="265621"/>
                  </a:lnTo>
                  <a:lnTo>
                    <a:pt x="320242" y="265621"/>
                  </a:lnTo>
                  <a:lnTo>
                    <a:pt x="296421" y="296435"/>
                  </a:lnTo>
                  <a:lnTo>
                    <a:pt x="261258" y="323618"/>
                  </a:lnTo>
                  <a:lnTo>
                    <a:pt x="219785" y="341151"/>
                  </a:lnTo>
                  <a:lnTo>
                    <a:pt x="206816" y="342899"/>
                  </a:lnTo>
                  <a:close/>
                </a:path>
                <a:path w="342900" h="342900">
                  <a:moveTo>
                    <a:pt x="320242" y="265621"/>
                  </a:moveTo>
                  <a:lnTo>
                    <a:pt x="256922" y="265621"/>
                  </a:lnTo>
                  <a:lnTo>
                    <a:pt x="259933" y="264463"/>
                  </a:lnTo>
                  <a:lnTo>
                    <a:pt x="262133" y="262147"/>
                  </a:lnTo>
                  <a:lnTo>
                    <a:pt x="266649" y="257631"/>
                  </a:lnTo>
                  <a:lnTo>
                    <a:pt x="266649" y="250336"/>
                  </a:lnTo>
                  <a:lnTo>
                    <a:pt x="214891" y="198579"/>
                  </a:lnTo>
                  <a:lnTo>
                    <a:pt x="227197" y="173623"/>
                  </a:lnTo>
                  <a:lnTo>
                    <a:pt x="223456" y="120064"/>
                  </a:lnTo>
                  <a:lnTo>
                    <a:pt x="181474" y="79606"/>
                  </a:lnTo>
                  <a:lnTo>
                    <a:pt x="152033" y="73875"/>
                  </a:lnTo>
                  <a:lnTo>
                    <a:pt x="314155" y="73875"/>
                  </a:lnTo>
                  <a:lnTo>
                    <a:pt x="323604" y="86097"/>
                  </a:lnTo>
                  <a:lnTo>
                    <a:pt x="341137" y="127570"/>
                  </a:lnTo>
                  <a:lnTo>
                    <a:pt x="342891" y="140581"/>
                  </a:lnTo>
                  <a:lnTo>
                    <a:pt x="342811" y="207379"/>
                  </a:lnTo>
                  <a:lnTo>
                    <a:pt x="341137" y="219799"/>
                  </a:lnTo>
                  <a:lnTo>
                    <a:pt x="323604" y="261272"/>
                  </a:lnTo>
                  <a:lnTo>
                    <a:pt x="320242" y="265621"/>
                  </a:lnTo>
                  <a:close/>
                </a:path>
                <a:path w="342900" h="342900">
                  <a:moveTo>
                    <a:pt x="213965" y="230305"/>
                  </a:moveTo>
                  <a:lnTo>
                    <a:pt x="152018" y="230305"/>
                  </a:lnTo>
                  <a:lnTo>
                    <a:pt x="164290" y="229332"/>
                  </a:lnTo>
                  <a:lnTo>
                    <a:pt x="176290" y="226426"/>
                  </a:lnTo>
                  <a:lnTo>
                    <a:pt x="187791" y="221610"/>
                  </a:lnTo>
                  <a:lnTo>
                    <a:pt x="198565" y="214905"/>
                  </a:lnTo>
                  <a:lnTo>
                    <a:pt x="213965" y="230305"/>
                  </a:lnTo>
                  <a:close/>
                </a:path>
              </a:pathLst>
            </a:custGeom>
            <a:solidFill>
              <a:srgbClr val="EF402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7" name="object 7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7008914" y="1151040"/>
              <a:ext cx="110057" cy="110085"/>
            </a:xfrm>
            <a:prstGeom prst="rect">
              <a:avLst/>
            </a:prstGeom>
          </p:spPr>
        </p:pic>
      </p:grpSp>
      <p:sp>
        <p:nvSpPr>
          <p:cNvPr id="8" name="object 8"/>
          <p:cNvSpPr/>
          <p:nvPr/>
        </p:nvSpPr>
        <p:spPr>
          <a:xfrm>
            <a:off x="1172570" y="2324404"/>
            <a:ext cx="4625975" cy="4402455"/>
          </a:xfrm>
          <a:custGeom>
            <a:avLst/>
            <a:gdLst/>
            <a:ahLst/>
            <a:cxnLst/>
            <a:rect l="l" t="t" r="r" b="b"/>
            <a:pathLst>
              <a:path w="4625975" h="4402455">
                <a:moveTo>
                  <a:pt x="4400087" y="4401924"/>
                </a:moveTo>
                <a:lnTo>
                  <a:pt x="228600" y="4401924"/>
                </a:lnTo>
                <a:lnTo>
                  <a:pt x="183794" y="4397489"/>
                </a:lnTo>
                <a:lnTo>
                  <a:pt x="141119" y="4384521"/>
                </a:lnTo>
                <a:lnTo>
                  <a:pt x="101773" y="4363512"/>
                </a:lnTo>
                <a:lnTo>
                  <a:pt x="66956" y="4334957"/>
                </a:lnTo>
                <a:lnTo>
                  <a:pt x="38408" y="4300147"/>
                </a:lnTo>
                <a:lnTo>
                  <a:pt x="17402" y="4260803"/>
                </a:lnTo>
                <a:lnTo>
                  <a:pt x="4433" y="4218126"/>
                </a:lnTo>
                <a:lnTo>
                  <a:pt x="0" y="4173321"/>
                </a:lnTo>
                <a:lnTo>
                  <a:pt x="0" y="228600"/>
                </a:lnTo>
                <a:lnTo>
                  <a:pt x="4433" y="183794"/>
                </a:lnTo>
                <a:lnTo>
                  <a:pt x="17402" y="141118"/>
                </a:lnTo>
                <a:lnTo>
                  <a:pt x="38408" y="101772"/>
                </a:lnTo>
                <a:lnTo>
                  <a:pt x="66956" y="66955"/>
                </a:lnTo>
                <a:lnTo>
                  <a:pt x="101773" y="38408"/>
                </a:lnTo>
                <a:lnTo>
                  <a:pt x="141119" y="17401"/>
                </a:lnTo>
                <a:lnTo>
                  <a:pt x="183794" y="4433"/>
                </a:lnTo>
                <a:lnTo>
                  <a:pt x="228600" y="0"/>
                </a:lnTo>
                <a:lnTo>
                  <a:pt x="4400087" y="0"/>
                </a:lnTo>
                <a:lnTo>
                  <a:pt x="4444892" y="4433"/>
                </a:lnTo>
                <a:lnTo>
                  <a:pt x="4487568" y="17401"/>
                </a:lnTo>
                <a:lnTo>
                  <a:pt x="4526913" y="38408"/>
                </a:lnTo>
                <a:lnTo>
                  <a:pt x="4561722" y="66955"/>
                </a:lnTo>
                <a:lnTo>
                  <a:pt x="4590278" y="101772"/>
                </a:lnTo>
                <a:lnTo>
                  <a:pt x="4611286" y="141118"/>
                </a:lnTo>
                <a:lnTo>
                  <a:pt x="4624254" y="183794"/>
                </a:lnTo>
                <a:lnTo>
                  <a:pt x="4625459" y="195973"/>
                </a:lnTo>
                <a:lnTo>
                  <a:pt x="4625459" y="4205948"/>
                </a:lnTo>
                <a:lnTo>
                  <a:pt x="4611286" y="4260803"/>
                </a:lnTo>
                <a:lnTo>
                  <a:pt x="4590278" y="4300147"/>
                </a:lnTo>
                <a:lnTo>
                  <a:pt x="4561722" y="4334957"/>
                </a:lnTo>
                <a:lnTo>
                  <a:pt x="4526913" y="4363512"/>
                </a:lnTo>
                <a:lnTo>
                  <a:pt x="4487568" y="4384521"/>
                </a:lnTo>
                <a:lnTo>
                  <a:pt x="4444892" y="4397489"/>
                </a:lnTo>
                <a:lnTo>
                  <a:pt x="4400087" y="4401924"/>
                </a:lnTo>
                <a:close/>
              </a:path>
            </a:pathLst>
          </a:custGeom>
          <a:solidFill>
            <a:srgbClr val="A6182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6215634" y="4719766"/>
            <a:ext cx="3942079" cy="3996690"/>
          </a:xfrm>
          <a:custGeom>
            <a:avLst/>
            <a:gdLst/>
            <a:ahLst/>
            <a:cxnLst/>
            <a:rect l="l" t="t" r="r" b="b"/>
            <a:pathLst>
              <a:path w="3942079" h="3996690">
                <a:moveTo>
                  <a:pt x="3713225" y="3996659"/>
                </a:moveTo>
                <a:lnTo>
                  <a:pt x="228599" y="3996659"/>
                </a:lnTo>
                <a:lnTo>
                  <a:pt x="183794" y="3992222"/>
                </a:lnTo>
                <a:lnTo>
                  <a:pt x="141114" y="3979247"/>
                </a:lnTo>
                <a:lnTo>
                  <a:pt x="101761" y="3958237"/>
                </a:lnTo>
                <a:lnTo>
                  <a:pt x="66934" y="3929694"/>
                </a:lnTo>
                <a:lnTo>
                  <a:pt x="38396" y="3894872"/>
                </a:lnTo>
                <a:lnTo>
                  <a:pt x="17396" y="3855529"/>
                </a:lnTo>
                <a:lnTo>
                  <a:pt x="4431" y="3812860"/>
                </a:lnTo>
                <a:lnTo>
                  <a:pt x="0" y="3768059"/>
                </a:lnTo>
                <a:lnTo>
                  <a:pt x="0" y="228599"/>
                </a:lnTo>
                <a:lnTo>
                  <a:pt x="4431" y="183799"/>
                </a:lnTo>
                <a:lnTo>
                  <a:pt x="17396" y="141130"/>
                </a:lnTo>
                <a:lnTo>
                  <a:pt x="38396" y="101787"/>
                </a:lnTo>
                <a:lnTo>
                  <a:pt x="66934" y="66964"/>
                </a:lnTo>
                <a:lnTo>
                  <a:pt x="101761" y="38421"/>
                </a:lnTo>
                <a:lnTo>
                  <a:pt x="141114" y="17411"/>
                </a:lnTo>
                <a:lnTo>
                  <a:pt x="183794" y="4436"/>
                </a:lnTo>
                <a:lnTo>
                  <a:pt x="228599" y="0"/>
                </a:lnTo>
                <a:lnTo>
                  <a:pt x="3713225" y="0"/>
                </a:lnTo>
                <a:lnTo>
                  <a:pt x="3758026" y="4436"/>
                </a:lnTo>
                <a:lnTo>
                  <a:pt x="3800695" y="17411"/>
                </a:lnTo>
                <a:lnTo>
                  <a:pt x="3840038" y="38421"/>
                </a:lnTo>
                <a:lnTo>
                  <a:pt x="3874861" y="66964"/>
                </a:lnTo>
                <a:lnTo>
                  <a:pt x="3903416" y="101787"/>
                </a:lnTo>
                <a:lnTo>
                  <a:pt x="3924425" y="141130"/>
                </a:lnTo>
                <a:lnTo>
                  <a:pt x="3937393" y="183799"/>
                </a:lnTo>
                <a:lnTo>
                  <a:pt x="3941825" y="228599"/>
                </a:lnTo>
                <a:lnTo>
                  <a:pt x="3941825" y="3768059"/>
                </a:lnTo>
                <a:lnTo>
                  <a:pt x="3937393" y="3812860"/>
                </a:lnTo>
                <a:lnTo>
                  <a:pt x="3924425" y="3855529"/>
                </a:lnTo>
                <a:lnTo>
                  <a:pt x="3903416" y="3894872"/>
                </a:lnTo>
                <a:lnTo>
                  <a:pt x="3874861" y="3929694"/>
                </a:lnTo>
                <a:lnTo>
                  <a:pt x="3840038" y="3958237"/>
                </a:lnTo>
                <a:lnTo>
                  <a:pt x="3800695" y="3979247"/>
                </a:lnTo>
                <a:lnTo>
                  <a:pt x="3758026" y="3992222"/>
                </a:lnTo>
                <a:lnTo>
                  <a:pt x="3713225" y="3996659"/>
                </a:lnTo>
                <a:close/>
              </a:path>
            </a:pathLst>
          </a:custGeom>
          <a:solidFill>
            <a:srgbClr val="A6182E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10" name="object 10"/>
          <p:cNvGrpSpPr/>
          <p:nvPr/>
        </p:nvGrpSpPr>
        <p:grpSpPr>
          <a:xfrm>
            <a:off x="1172571" y="7099218"/>
            <a:ext cx="4629150" cy="1617345"/>
            <a:chOff x="1172571" y="7099218"/>
            <a:chExt cx="4629150" cy="1617345"/>
          </a:xfrm>
        </p:grpSpPr>
        <p:sp>
          <p:nvSpPr>
            <p:cNvPr id="11" name="object 11"/>
            <p:cNvSpPr/>
            <p:nvPr/>
          </p:nvSpPr>
          <p:spPr>
            <a:xfrm>
              <a:off x="1172571" y="7099218"/>
              <a:ext cx="4629150" cy="1617345"/>
            </a:xfrm>
            <a:custGeom>
              <a:avLst/>
              <a:gdLst/>
              <a:ahLst/>
              <a:cxnLst/>
              <a:rect l="l" t="t" r="r" b="b"/>
              <a:pathLst>
                <a:path w="4629150" h="1617345">
                  <a:moveTo>
                    <a:pt x="4400086" y="1617207"/>
                  </a:moveTo>
                  <a:lnTo>
                    <a:pt x="228599" y="1617207"/>
                  </a:lnTo>
                  <a:lnTo>
                    <a:pt x="183794" y="1612775"/>
                  </a:lnTo>
                  <a:lnTo>
                    <a:pt x="141118" y="1599807"/>
                  </a:lnTo>
                  <a:lnTo>
                    <a:pt x="101772" y="1578798"/>
                  </a:lnTo>
                  <a:lnTo>
                    <a:pt x="66955" y="1550243"/>
                  </a:lnTo>
                  <a:lnTo>
                    <a:pt x="38407" y="1515420"/>
                  </a:lnTo>
                  <a:lnTo>
                    <a:pt x="17401" y="1476077"/>
                  </a:lnTo>
                  <a:lnTo>
                    <a:pt x="4433" y="1433408"/>
                  </a:lnTo>
                  <a:lnTo>
                    <a:pt x="0" y="1388607"/>
                  </a:lnTo>
                  <a:lnTo>
                    <a:pt x="0" y="228599"/>
                  </a:lnTo>
                  <a:lnTo>
                    <a:pt x="4433" y="183794"/>
                  </a:lnTo>
                  <a:lnTo>
                    <a:pt x="17401" y="141118"/>
                  </a:lnTo>
                  <a:lnTo>
                    <a:pt x="38407" y="101774"/>
                  </a:lnTo>
                  <a:lnTo>
                    <a:pt x="66955" y="66964"/>
                  </a:lnTo>
                  <a:lnTo>
                    <a:pt x="101772" y="38409"/>
                  </a:lnTo>
                  <a:lnTo>
                    <a:pt x="141118" y="17400"/>
                  </a:lnTo>
                  <a:lnTo>
                    <a:pt x="183794" y="4432"/>
                  </a:lnTo>
                  <a:lnTo>
                    <a:pt x="228599" y="0"/>
                  </a:lnTo>
                  <a:lnTo>
                    <a:pt x="4400086" y="0"/>
                  </a:lnTo>
                  <a:lnTo>
                    <a:pt x="4444891" y="4432"/>
                  </a:lnTo>
                  <a:lnTo>
                    <a:pt x="4487567" y="17400"/>
                  </a:lnTo>
                  <a:lnTo>
                    <a:pt x="4526912" y="38409"/>
                  </a:lnTo>
                  <a:lnTo>
                    <a:pt x="4561721" y="66964"/>
                  </a:lnTo>
                  <a:lnTo>
                    <a:pt x="4590277" y="101774"/>
                  </a:lnTo>
                  <a:lnTo>
                    <a:pt x="4611286" y="141118"/>
                  </a:lnTo>
                  <a:lnTo>
                    <a:pt x="4624253" y="183794"/>
                  </a:lnTo>
                  <a:lnTo>
                    <a:pt x="4628686" y="228599"/>
                  </a:lnTo>
                  <a:lnTo>
                    <a:pt x="4628686" y="1388607"/>
                  </a:lnTo>
                  <a:lnTo>
                    <a:pt x="4624253" y="1433408"/>
                  </a:lnTo>
                  <a:lnTo>
                    <a:pt x="4611286" y="1476077"/>
                  </a:lnTo>
                  <a:lnTo>
                    <a:pt x="4590277" y="1515420"/>
                  </a:lnTo>
                  <a:lnTo>
                    <a:pt x="4561721" y="1550243"/>
                  </a:lnTo>
                  <a:lnTo>
                    <a:pt x="4526912" y="1578798"/>
                  </a:lnTo>
                  <a:lnTo>
                    <a:pt x="4487567" y="1599807"/>
                  </a:lnTo>
                  <a:lnTo>
                    <a:pt x="4444891" y="1612775"/>
                  </a:lnTo>
                  <a:lnTo>
                    <a:pt x="4400086" y="1617207"/>
                  </a:lnTo>
                  <a:close/>
                </a:path>
              </a:pathLst>
            </a:custGeom>
            <a:solidFill>
              <a:srgbClr val="A6182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2" name="object 12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531367" y="7463972"/>
              <a:ext cx="887723" cy="887699"/>
            </a:xfrm>
            <a:prstGeom prst="rect">
              <a:avLst/>
            </a:prstGeom>
          </p:spPr>
        </p:pic>
        <p:pic>
          <p:nvPicPr>
            <p:cNvPr id="13" name="object 13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328092" y="7515453"/>
              <a:ext cx="887729" cy="887729"/>
            </a:xfrm>
            <a:prstGeom prst="rect">
              <a:avLst/>
            </a:prstGeom>
          </p:spPr>
        </p:pic>
        <p:sp>
          <p:nvSpPr>
            <p:cNvPr id="14" name="object 14"/>
            <p:cNvSpPr/>
            <p:nvPr/>
          </p:nvSpPr>
          <p:spPr>
            <a:xfrm>
              <a:off x="3113074" y="7463972"/>
              <a:ext cx="887730" cy="887730"/>
            </a:xfrm>
            <a:custGeom>
              <a:avLst/>
              <a:gdLst/>
              <a:ahLst/>
              <a:cxnLst/>
              <a:rect l="l" t="t" r="r" b="b"/>
              <a:pathLst>
                <a:path w="887729" h="887729">
                  <a:moveTo>
                    <a:pt x="443849" y="887699"/>
                  </a:moveTo>
                  <a:lnTo>
                    <a:pt x="395489" y="885095"/>
                  </a:lnTo>
                  <a:lnTo>
                    <a:pt x="348636" y="877463"/>
                  </a:lnTo>
                  <a:lnTo>
                    <a:pt x="303563" y="865073"/>
                  </a:lnTo>
                  <a:lnTo>
                    <a:pt x="260539" y="848197"/>
                  </a:lnTo>
                  <a:lnTo>
                    <a:pt x="219835" y="827105"/>
                  </a:lnTo>
                  <a:lnTo>
                    <a:pt x="181722" y="802067"/>
                  </a:lnTo>
                  <a:lnTo>
                    <a:pt x="146472" y="773355"/>
                  </a:lnTo>
                  <a:lnTo>
                    <a:pt x="114354" y="741239"/>
                  </a:lnTo>
                  <a:lnTo>
                    <a:pt x="85640" y="705989"/>
                  </a:lnTo>
                  <a:lnTo>
                    <a:pt x="60601" y="667877"/>
                  </a:lnTo>
                  <a:lnTo>
                    <a:pt x="39506" y="627173"/>
                  </a:lnTo>
                  <a:lnTo>
                    <a:pt x="22628" y="584147"/>
                  </a:lnTo>
                  <a:lnTo>
                    <a:pt x="10237" y="539071"/>
                  </a:lnTo>
                  <a:lnTo>
                    <a:pt x="2604" y="492215"/>
                  </a:lnTo>
                  <a:lnTo>
                    <a:pt x="0" y="443849"/>
                  </a:lnTo>
                  <a:lnTo>
                    <a:pt x="2604" y="395484"/>
                  </a:lnTo>
                  <a:lnTo>
                    <a:pt x="10237" y="348627"/>
                  </a:lnTo>
                  <a:lnTo>
                    <a:pt x="22628" y="303551"/>
                  </a:lnTo>
                  <a:lnTo>
                    <a:pt x="39506" y="260525"/>
                  </a:lnTo>
                  <a:lnTo>
                    <a:pt x="60601" y="219821"/>
                  </a:lnTo>
                  <a:lnTo>
                    <a:pt x="85640" y="181709"/>
                  </a:lnTo>
                  <a:lnTo>
                    <a:pt x="114354" y="146460"/>
                  </a:lnTo>
                  <a:lnTo>
                    <a:pt x="146472" y="114343"/>
                  </a:lnTo>
                  <a:lnTo>
                    <a:pt x="181722" y="85631"/>
                  </a:lnTo>
                  <a:lnTo>
                    <a:pt x="219835" y="60594"/>
                  </a:lnTo>
                  <a:lnTo>
                    <a:pt x="260539" y="39502"/>
                  </a:lnTo>
                  <a:lnTo>
                    <a:pt x="303563" y="22625"/>
                  </a:lnTo>
                  <a:lnTo>
                    <a:pt x="348636" y="10236"/>
                  </a:lnTo>
                  <a:lnTo>
                    <a:pt x="395489" y="2604"/>
                  </a:lnTo>
                  <a:lnTo>
                    <a:pt x="443849" y="0"/>
                  </a:lnTo>
                  <a:lnTo>
                    <a:pt x="492215" y="2604"/>
                  </a:lnTo>
                  <a:lnTo>
                    <a:pt x="539073" y="10236"/>
                  </a:lnTo>
                  <a:lnTo>
                    <a:pt x="584151" y="22625"/>
                  </a:lnTo>
                  <a:lnTo>
                    <a:pt x="627178" y="39502"/>
                  </a:lnTo>
                  <a:lnTo>
                    <a:pt x="667885" y="60594"/>
                  </a:lnTo>
                  <a:lnTo>
                    <a:pt x="706000" y="85631"/>
                  </a:lnTo>
                  <a:lnTo>
                    <a:pt x="741253" y="114343"/>
                  </a:lnTo>
                  <a:lnTo>
                    <a:pt x="773372" y="146460"/>
                  </a:lnTo>
                  <a:lnTo>
                    <a:pt x="802087" y="181709"/>
                  </a:lnTo>
                  <a:lnTo>
                    <a:pt x="827127" y="219821"/>
                  </a:lnTo>
                  <a:lnTo>
                    <a:pt x="848222" y="260525"/>
                  </a:lnTo>
                  <a:lnTo>
                    <a:pt x="865100" y="303551"/>
                  </a:lnTo>
                  <a:lnTo>
                    <a:pt x="877492" y="348627"/>
                  </a:lnTo>
                  <a:lnTo>
                    <a:pt x="885125" y="395484"/>
                  </a:lnTo>
                  <a:lnTo>
                    <a:pt x="887729" y="443849"/>
                  </a:lnTo>
                  <a:lnTo>
                    <a:pt x="885125" y="492215"/>
                  </a:lnTo>
                  <a:lnTo>
                    <a:pt x="877492" y="539071"/>
                  </a:lnTo>
                  <a:lnTo>
                    <a:pt x="865100" y="584147"/>
                  </a:lnTo>
                  <a:lnTo>
                    <a:pt x="848222" y="627173"/>
                  </a:lnTo>
                  <a:lnTo>
                    <a:pt x="827127" y="667877"/>
                  </a:lnTo>
                  <a:lnTo>
                    <a:pt x="802087" y="705989"/>
                  </a:lnTo>
                  <a:lnTo>
                    <a:pt x="773372" y="741239"/>
                  </a:lnTo>
                  <a:lnTo>
                    <a:pt x="741253" y="773355"/>
                  </a:lnTo>
                  <a:lnTo>
                    <a:pt x="706000" y="802067"/>
                  </a:lnTo>
                  <a:lnTo>
                    <a:pt x="667885" y="827105"/>
                  </a:lnTo>
                  <a:lnTo>
                    <a:pt x="627178" y="848197"/>
                  </a:lnTo>
                  <a:lnTo>
                    <a:pt x="584151" y="865073"/>
                  </a:lnTo>
                  <a:lnTo>
                    <a:pt x="539073" y="877463"/>
                  </a:lnTo>
                  <a:lnTo>
                    <a:pt x="492215" y="885095"/>
                  </a:lnTo>
                  <a:lnTo>
                    <a:pt x="443849" y="887699"/>
                  </a:lnTo>
                  <a:close/>
                </a:path>
              </a:pathLst>
            </a:custGeom>
            <a:solidFill>
              <a:srgbClr val="EF402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pic>
        <p:nvPicPr>
          <p:cNvPr id="15" name="object 15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6440576" y="4949616"/>
            <a:ext cx="106222" cy="106253"/>
          </a:xfrm>
          <a:prstGeom prst="rect">
            <a:avLst/>
          </a:prstGeom>
        </p:spPr>
      </p:pic>
      <p:pic>
        <p:nvPicPr>
          <p:cNvPr id="16" name="object 16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6606905" y="4949616"/>
            <a:ext cx="106253" cy="106253"/>
          </a:xfrm>
          <a:prstGeom prst="rect">
            <a:avLst/>
          </a:prstGeom>
        </p:spPr>
      </p:pic>
      <p:pic>
        <p:nvPicPr>
          <p:cNvPr id="17" name="object 17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6773265" y="4949616"/>
            <a:ext cx="106222" cy="106253"/>
          </a:xfrm>
          <a:prstGeom prst="rect">
            <a:avLst/>
          </a:prstGeom>
        </p:spPr>
      </p:pic>
      <p:sp>
        <p:nvSpPr>
          <p:cNvPr id="18" name="object 18"/>
          <p:cNvSpPr/>
          <p:nvPr/>
        </p:nvSpPr>
        <p:spPr>
          <a:xfrm>
            <a:off x="5129115" y="2608862"/>
            <a:ext cx="381635" cy="381635"/>
          </a:xfrm>
          <a:custGeom>
            <a:avLst/>
            <a:gdLst/>
            <a:ahLst/>
            <a:cxnLst/>
            <a:rect l="l" t="t" r="r" b="b"/>
            <a:pathLst>
              <a:path w="381635" h="381635">
                <a:moveTo>
                  <a:pt x="48944" y="381322"/>
                </a:moveTo>
                <a:lnTo>
                  <a:pt x="0" y="381322"/>
                </a:lnTo>
                <a:lnTo>
                  <a:pt x="0" y="332352"/>
                </a:lnTo>
                <a:lnTo>
                  <a:pt x="263135" y="69217"/>
                </a:lnTo>
                <a:lnTo>
                  <a:pt x="301" y="69217"/>
                </a:lnTo>
                <a:lnTo>
                  <a:pt x="69544" y="0"/>
                </a:lnTo>
                <a:lnTo>
                  <a:pt x="312105" y="0"/>
                </a:lnTo>
                <a:lnTo>
                  <a:pt x="381322" y="0"/>
                </a:lnTo>
                <a:lnTo>
                  <a:pt x="381322" y="312105"/>
                </a:lnTo>
                <a:lnTo>
                  <a:pt x="312105" y="381171"/>
                </a:lnTo>
                <a:lnTo>
                  <a:pt x="312105" y="118187"/>
                </a:lnTo>
                <a:lnTo>
                  <a:pt x="48944" y="381322"/>
                </a:lnTo>
                <a:close/>
              </a:path>
            </a:pathLst>
          </a:custGeom>
          <a:solidFill>
            <a:srgbClr val="ECEBE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/>
          <p:nvPr/>
        </p:nvSpPr>
        <p:spPr>
          <a:xfrm>
            <a:off x="9509366" y="2577699"/>
            <a:ext cx="381635" cy="381635"/>
          </a:xfrm>
          <a:custGeom>
            <a:avLst/>
            <a:gdLst/>
            <a:ahLst/>
            <a:cxnLst/>
            <a:rect l="l" t="t" r="r" b="b"/>
            <a:pathLst>
              <a:path w="381634" h="381635">
                <a:moveTo>
                  <a:pt x="48944" y="381322"/>
                </a:moveTo>
                <a:lnTo>
                  <a:pt x="0" y="381322"/>
                </a:lnTo>
                <a:lnTo>
                  <a:pt x="0" y="332352"/>
                </a:lnTo>
                <a:lnTo>
                  <a:pt x="263135" y="69217"/>
                </a:lnTo>
                <a:lnTo>
                  <a:pt x="301" y="69217"/>
                </a:lnTo>
                <a:lnTo>
                  <a:pt x="69544" y="0"/>
                </a:lnTo>
                <a:lnTo>
                  <a:pt x="312105" y="0"/>
                </a:lnTo>
                <a:lnTo>
                  <a:pt x="381322" y="0"/>
                </a:lnTo>
                <a:lnTo>
                  <a:pt x="381322" y="312105"/>
                </a:lnTo>
                <a:lnTo>
                  <a:pt x="312105" y="381171"/>
                </a:lnTo>
                <a:lnTo>
                  <a:pt x="312105" y="118187"/>
                </a:lnTo>
                <a:lnTo>
                  <a:pt x="48944" y="381322"/>
                </a:lnTo>
                <a:close/>
              </a:path>
            </a:pathLst>
          </a:custGeom>
          <a:solidFill>
            <a:srgbClr val="ECEBE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/>
          <p:nvPr/>
        </p:nvSpPr>
        <p:spPr>
          <a:xfrm>
            <a:off x="3337224" y="7686019"/>
            <a:ext cx="439420" cy="439420"/>
          </a:xfrm>
          <a:custGeom>
            <a:avLst/>
            <a:gdLst/>
            <a:ahLst/>
            <a:cxnLst/>
            <a:rect l="l" t="t" r="r" b="b"/>
            <a:pathLst>
              <a:path w="439420" h="439420">
                <a:moveTo>
                  <a:pt x="115182" y="196656"/>
                </a:moveTo>
                <a:lnTo>
                  <a:pt x="112725" y="196656"/>
                </a:lnTo>
                <a:lnTo>
                  <a:pt x="50290" y="158556"/>
                </a:lnTo>
                <a:lnTo>
                  <a:pt x="49281" y="157286"/>
                </a:lnTo>
                <a:lnTo>
                  <a:pt x="41874" y="129346"/>
                </a:lnTo>
                <a:lnTo>
                  <a:pt x="40069" y="122996"/>
                </a:lnTo>
                <a:lnTo>
                  <a:pt x="39794" y="116646"/>
                </a:lnTo>
                <a:lnTo>
                  <a:pt x="46446" y="79816"/>
                </a:lnTo>
                <a:lnTo>
                  <a:pt x="47689" y="72196"/>
                </a:lnTo>
                <a:lnTo>
                  <a:pt x="52405" y="67116"/>
                </a:lnTo>
                <a:lnTo>
                  <a:pt x="59331" y="64576"/>
                </a:lnTo>
                <a:lnTo>
                  <a:pt x="77763" y="56956"/>
                </a:lnTo>
                <a:lnTo>
                  <a:pt x="83721" y="56956"/>
                </a:lnTo>
                <a:lnTo>
                  <a:pt x="90373" y="58226"/>
                </a:lnTo>
                <a:lnTo>
                  <a:pt x="110772" y="58226"/>
                </a:lnTo>
                <a:lnTo>
                  <a:pt x="126132" y="64576"/>
                </a:lnTo>
                <a:lnTo>
                  <a:pt x="129595" y="65846"/>
                </a:lnTo>
                <a:lnTo>
                  <a:pt x="84394" y="65846"/>
                </a:lnTo>
                <a:lnTo>
                  <a:pt x="86536" y="69656"/>
                </a:lnTo>
                <a:lnTo>
                  <a:pt x="89131" y="72196"/>
                </a:lnTo>
                <a:lnTo>
                  <a:pt x="85108" y="129346"/>
                </a:lnTo>
                <a:lnTo>
                  <a:pt x="84971" y="130616"/>
                </a:lnTo>
                <a:lnTo>
                  <a:pt x="85252" y="131886"/>
                </a:lnTo>
                <a:lnTo>
                  <a:pt x="86083" y="133156"/>
                </a:lnTo>
                <a:lnTo>
                  <a:pt x="90929" y="138236"/>
                </a:lnTo>
                <a:lnTo>
                  <a:pt x="91348" y="139506"/>
                </a:lnTo>
                <a:lnTo>
                  <a:pt x="140865" y="139506"/>
                </a:lnTo>
                <a:lnTo>
                  <a:pt x="131671" y="173796"/>
                </a:lnTo>
                <a:lnTo>
                  <a:pt x="127793" y="176336"/>
                </a:lnTo>
                <a:lnTo>
                  <a:pt x="121834" y="176336"/>
                </a:lnTo>
                <a:lnTo>
                  <a:pt x="120914" y="192846"/>
                </a:lnTo>
                <a:lnTo>
                  <a:pt x="119583" y="194116"/>
                </a:lnTo>
                <a:lnTo>
                  <a:pt x="115182" y="196656"/>
                </a:lnTo>
                <a:close/>
              </a:path>
              <a:path w="439420" h="439420">
                <a:moveTo>
                  <a:pt x="110772" y="58226"/>
                </a:moveTo>
                <a:lnTo>
                  <a:pt x="95083" y="58226"/>
                </a:lnTo>
                <a:lnTo>
                  <a:pt x="101734" y="56956"/>
                </a:lnTo>
                <a:lnTo>
                  <a:pt x="107700" y="56956"/>
                </a:lnTo>
                <a:lnTo>
                  <a:pt x="110772" y="58226"/>
                </a:lnTo>
                <a:close/>
              </a:path>
              <a:path w="439420" h="439420">
                <a:moveTo>
                  <a:pt x="326464" y="194116"/>
                </a:moveTo>
                <a:lnTo>
                  <a:pt x="324007" y="194116"/>
                </a:lnTo>
                <a:lnTo>
                  <a:pt x="319606" y="192846"/>
                </a:lnTo>
                <a:lnTo>
                  <a:pt x="318268" y="190306"/>
                </a:lnTo>
                <a:lnTo>
                  <a:pt x="317513" y="176336"/>
                </a:lnTo>
                <a:lnTo>
                  <a:pt x="311554" y="176336"/>
                </a:lnTo>
                <a:lnTo>
                  <a:pt x="307669" y="173796"/>
                </a:lnTo>
                <a:lnTo>
                  <a:pt x="295752" y="129346"/>
                </a:lnTo>
                <a:lnTo>
                  <a:pt x="293953" y="122996"/>
                </a:lnTo>
                <a:lnTo>
                  <a:pt x="293672" y="116646"/>
                </a:lnTo>
                <a:lnTo>
                  <a:pt x="300323" y="79816"/>
                </a:lnTo>
                <a:lnTo>
                  <a:pt x="301573" y="72196"/>
                </a:lnTo>
                <a:lnTo>
                  <a:pt x="306282" y="67116"/>
                </a:lnTo>
                <a:lnTo>
                  <a:pt x="313209" y="64576"/>
                </a:lnTo>
                <a:lnTo>
                  <a:pt x="331640" y="56956"/>
                </a:lnTo>
                <a:lnTo>
                  <a:pt x="337599" y="56956"/>
                </a:lnTo>
                <a:lnTo>
                  <a:pt x="344251" y="58226"/>
                </a:lnTo>
                <a:lnTo>
                  <a:pt x="364649" y="58226"/>
                </a:lnTo>
                <a:lnTo>
                  <a:pt x="380009" y="64576"/>
                </a:lnTo>
                <a:lnTo>
                  <a:pt x="383472" y="65846"/>
                </a:lnTo>
                <a:lnTo>
                  <a:pt x="338278" y="65846"/>
                </a:lnTo>
                <a:lnTo>
                  <a:pt x="340413" y="69656"/>
                </a:lnTo>
                <a:lnTo>
                  <a:pt x="343008" y="72196"/>
                </a:lnTo>
                <a:lnTo>
                  <a:pt x="338992" y="129346"/>
                </a:lnTo>
                <a:lnTo>
                  <a:pt x="338855" y="130616"/>
                </a:lnTo>
                <a:lnTo>
                  <a:pt x="339130" y="131886"/>
                </a:lnTo>
                <a:lnTo>
                  <a:pt x="339960" y="133156"/>
                </a:lnTo>
                <a:lnTo>
                  <a:pt x="344814" y="138236"/>
                </a:lnTo>
                <a:lnTo>
                  <a:pt x="345226" y="139506"/>
                </a:lnTo>
                <a:lnTo>
                  <a:pt x="394700" y="139506"/>
                </a:lnTo>
                <a:lnTo>
                  <a:pt x="390896" y="153476"/>
                </a:lnTo>
                <a:lnTo>
                  <a:pt x="389894" y="156016"/>
                </a:lnTo>
                <a:lnTo>
                  <a:pt x="326464" y="194116"/>
                </a:lnTo>
                <a:close/>
              </a:path>
              <a:path w="439420" h="439420">
                <a:moveTo>
                  <a:pt x="364649" y="58226"/>
                </a:moveTo>
                <a:lnTo>
                  <a:pt x="348967" y="58226"/>
                </a:lnTo>
                <a:lnTo>
                  <a:pt x="355612" y="56956"/>
                </a:lnTo>
                <a:lnTo>
                  <a:pt x="361577" y="56956"/>
                </a:lnTo>
                <a:lnTo>
                  <a:pt x="364649" y="58226"/>
                </a:lnTo>
                <a:close/>
              </a:path>
              <a:path w="439420" h="439420">
                <a:moveTo>
                  <a:pt x="178406" y="169986"/>
                </a:moveTo>
                <a:lnTo>
                  <a:pt x="171329" y="167446"/>
                </a:lnTo>
                <a:lnTo>
                  <a:pt x="172164" y="158556"/>
                </a:lnTo>
                <a:lnTo>
                  <a:pt x="172283" y="157286"/>
                </a:lnTo>
                <a:lnTo>
                  <a:pt x="181797" y="78546"/>
                </a:lnTo>
                <a:lnTo>
                  <a:pt x="201382" y="62036"/>
                </a:lnTo>
                <a:lnTo>
                  <a:pt x="203428" y="60766"/>
                </a:lnTo>
                <a:lnTo>
                  <a:pt x="204753" y="60766"/>
                </a:lnTo>
                <a:lnTo>
                  <a:pt x="206332" y="63306"/>
                </a:lnTo>
                <a:lnTo>
                  <a:pt x="219272" y="78546"/>
                </a:lnTo>
                <a:lnTo>
                  <a:pt x="257543" y="78546"/>
                </a:lnTo>
                <a:lnTo>
                  <a:pt x="267057" y="157286"/>
                </a:lnTo>
                <a:lnTo>
                  <a:pt x="268011" y="167446"/>
                </a:lnTo>
                <a:lnTo>
                  <a:pt x="264476" y="168716"/>
                </a:lnTo>
                <a:lnTo>
                  <a:pt x="185999" y="168716"/>
                </a:lnTo>
                <a:lnTo>
                  <a:pt x="178406" y="169986"/>
                </a:lnTo>
                <a:close/>
              </a:path>
              <a:path w="439420" h="439420">
                <a:moveTo>
                  <a:pt x="257543" y="78546"/>
                </a:moveTo>
                <a:lnTo>
                  <a:pt x="220068" y="78546"/>
                </a:lnTo>
                <a:lnTo>
                  <a:pt x="233008" y="63306"/>
                </a:lnTo>
                <a:lnTo>
                  <a:pt x="234587" y="60766"/>
                </a:lnTo>
                <a:lnTo>
                  <a:pt x="235912" y="60766"/>
                </a:lnTo>
                <a:lnTo>
                  <a:pt x="237958" y="62036"/>
                </a:lnTo>
                <a:lnTo>
                  <a:pt x="246909" y="64576"/>
                </a:lnTo>
                <a:lnTo>
                  <a:pt x="251811" y="67116"/>
                </a:lnTo>
                <a:lnTo>
                  <a:pt x="256314" y="70926"/>
                </a:lnTo>
                <a:lnTo>
                  <a:pt x="257543" y="78546"/>
                </a:lnTo>
                <a:close/>
              </a:path>
              <a:path w="439420" h="439420">
                <a:moveTo>
                  <a:pt x="97863" y="67116"/>
                </a:moveTo>
                <a:lnTo>
                  <a:pt x="87607" y="67116"/>
                </a:lnTo>
                <a:lnTo>
                  <a:pt x="86220" y="65846"/>
                </a:lnTo>
                <a:lnTo>
                  <a:pt x="99387" y="65846"/>
                </a:lnTo>
                <a:lnTo>
                  <a:pt x="97863" y="67116"/>
                </a:lnTo>
                <a:close/>
              </a:path>
              <a:path w="439420" h="439420">
                <a:moveTo>
                  <a:pt x="140865" y="139506"/>
                </a:moveTo>
                <a:lnTo>
                  <a:pt x="94121" y="139506"/>
                </a:lnTo>
                <a:lnTo>
                  <a:pt x="94533" y="138236"/>
                </a:lnTo>
                <a:lnTo>
                  <a:pt x="99380" y="133156"/>
                </a:lnTo>
                <a:lnTo>
                  <a:pt x="100217" y="131886"/>
                </a:lnTo>
                <a:lnTo>
                  <a:pt x="100492" y="130616"/>
                </a:lnTo>
                <a:lnTo>
                  <a:pt x="100355" y="129346"/>
                </a:lnTo>
                <a:lnTo>
                  <a:pt x="96332" y="72196"/>
                </a:lnTo>
                <a:lnTo>
                  <a:pt x="98549" y="69656"/>
                </a:lnTo>
                <a:lnTo>
                  <a:pt x="100911" y="67116"/>
                </a:lnTo>
                <a:lnTo>
                  <a:pt x="99730" y="65846"/>
                </a:lnTo>
                <a:lnTo>
                  <a:pt x="129595" y="65846"/>
                </a:lnTo>
                <a:lnTo>
                  <a:pt x="133058" y="67116"/>
                </a:lnTo>
                <a:lnTo>
                  <a:pt x="137767" y="72196"/>
                </a:lnTo>
                <a:lnTo>
                  <a:pt x="139017" y="79816"/>
                </a:lnTo>
                <a:lnTo>
                  <a:pt x="145669" y="116646"/>
                </a:lnTo>
                <a:lnTo>
                  <a:pt x="145387" y="122996"/>
                </a:lnTo>
                <a:lnTo>
                  <a:pt x="143589" y="129346"/>
                </a:lnTo>
                <a:lnTo>
                  <a:pt x="140865" y="139506"/>
                </a:lnTo>
                <a:close/>
              </a:path>
              <a:path w="439420" h="439420">
                <a:moveTo>
                  <a:pt x="351740" y="67116"/>
                </a:moveTo>
                <a:lnTo>
                  <a:pt x="341484" y="67116"/>
                </a:lnTo>
                <a:lnTo>
                  <a:pt x="340098" y="65846"/>
                </a:lnTo>
                <a:lnTo>
                  <a:pt x="353264" y="65846"/>
                </a:lnTo>
                <a:lnTo>
                  <a:pt x="351740" y="67116"/>
                </a:lnTo>
                <a:close/>
              </a:path>
              <a:path w="439420" h="439420">
                <a:moveTo>
                  <a:pt x="394700" y="139506"/>
                </a:moveTo>
                <a:lnTo>
                  <a:pt x="347999" y="139506"/>
                </a:lnTo>
                <a:lnTo>
                  <a:pt x="348418" y="138236"/>
                </a:lnTo>
                <a:lnTo>
                  <a:pt x="353264" y="133156"/>
                </a:lnTo>
                <a:lnTo>
                  <a:pt x="354095" y="131886"/>
                </a:lnTo>
                <a:lnTo>
                  <a:pt x="354376" y="130616"/>
                </a:lnTo>
                <a:lnTo>
                  <a:pt x="354232" y="129346"/>
                </a:lnTo>
                <a:lnTo>
                  <a:pt x="350216" y="72196"/>
                </a:lnTo>
                <a:lnTo>
                  <a:pt x="352433" y="69656"/>
                </a:lnTo>
                <a:lnTo>
                  <a:pt x="354095" y="67116"/>
                </a:lnTo>
                <a:lnTo>
                  <a:pt x="353820" y="67116"/>
                </a:lnTo>
                <a:lnTo>
                  <a:pt x="353621" y="65846"/>
                </a:lnTo>
                <a:lnTo>
                  <a:pt x="383472" y="65846"/>
                </a:lnTo>
                <a:lnTo>
                  <a:pt x="386935" y="67116"/>
                </a:lnTo>
                <a:lnTo>
                  <a:pt x="391652" y="72196"/>
                </a:lnTo>
                <a:lnTo>
                  <a:pt x="392894" y="79816"/>
                </a:lnTo>
                <a:lnTo>
                  <a:pt x="399546" y="116646"/>
                </a:lnTo>
                <a:lnTo>
                  <a:pt x="399271" y="122996"/>
                </a:lnTo>
                <a:lnTo>
                  <a:pt x="397466" y="129346"/>
                </a:lnTo>
                <a:lnTo>
                  <a:pt x="394700" y="139506"/>
                </a:lnTo>
                <a:close/>
              </a:path>
              <a:path w="439420" h="439420">
                <a:moveTo>
                  <a:pt x="399148" y="322386"/>
                </a:moveTo>
                <a:lnTo>
                  <a:pt x="397370" y="322386"/>
                </a:lnTo>
                <a:lnTo>
                  <a:pt x="393635" y="321116"/>
                </a:lnTo>
                <a:lnTo>
                  <a:pt x="392201" y="319846"/>
                </a:lnTo>
                <a:lnTo>
                  <a:pt x="331379" y="214436"/>
                </a:lnTo>
                <a:lnTo>
                  <a:pt x="332416" y="210626"/>
                </a:lnTo>
                <a:lnTo>
                  <a:pt x="431055" y="149666"/>
                </a:lnTo>
                <a:lnTo>
                  <a:pt x="433595" y="149666"/>
                </a:lnTo>
                <a:lnTo>
                  <a:pt x="438057" y="152206"/>
                </a:lnTo>
                <a:lnTo>
                  <a:pt x="439341" y="154746"/>
                </a:lnTo>
                <a:lnTo>
                  <a:pt x="439341" y="281746"/>
                </a:lnTo>
                <a:lnTo>
                  <a:pt x="399148" y="322386"/>
                </a:lnTo>
                <a:close/>
              </a:path>
              <a:path w="439420" h="439420">
                <a:moveTo>
                  <a:pt x="41970" y="324926"/>
                </a:moveTo>
                <a:lnTo>
                  <a:pt x="40192" y="324926"/>
                </a:lnTo>
                <a:lnTo>
                  <a:pt x="13070" y="307146"/>
                </a:lnTo>
                <a:lnTo>
                  <a:pt x="7503" y="303336"/>
                </a:lnTo>
                <a:lnTo>
                  <a:pt x="3402" y="298256"/>
                </a:lnTo>
                <a:lnTo>
                  <a:pt x="867" y="291906"/>
                </a:lnTo>
                <a:lnTo>
                  <a:pt x="0" y="284286"/>
                </a:lnTo>
                <a:lnTo>
                  <a:pt x="0" y="157286"/>
                </a:lnTo>
                <a:lnTo>
                  <a:pt x="1283" y="154746"/>
                </a:lnTo>
                <a:lnTo>
                  <a:pt x="5745" y="152206"/>
                </a:lnTo>
                <a:lnTo>
                  <a:pt x="8285" y="152206"/>
                </a:lnTo>
                <a:lnTo>
                  <a:pt x="106924" y="213166"/>
                </a:lnTo>
                <a:lnTo>
                  <a:pt x="107961" y="216976"/>
                </a:lnTo>
                <a:lnTo>
                  <a:pt x="47139" y="322386"/>
                </a:lnTo>
                <a:lnTo>
                  <a:pt x="45705" y="323656"/>
                </a:lnTo>
                <a:lnTo>
                  <a:pt x="41970" y="324926"/>
                </a:lnTo>
                <a:close/>
              </a:path>
              <a:path w="439420" h="439420">
                <a:moveTo>
                  <a:pt x="194463" y="187766"/>
                </a:moveTo>
                <a:lnTo>
                  <a:pt x="192582" y="186496"/>
                </a:lnTo>
                <a:lnTo>
                  <a:pt x="189205" y="185226"/>
                </a:lnTo>
                <a:lnTo>
                  <a:pt x="188175" y="182686"/>
                </a:lnTo>
                <a:lnTo>
                  <a:pt x="187873" y="181416"/>
                </a:lnTo>
                <a:lnTo>
                  <a:pt x="186912" y="175066"/>
                </a:lnTo>
                <a:lnTo>
                  <a:pt x="185999" y="168716"/>
                </a:lnTo>
                <a:lnTo>
                  <a:pt x="253341" y="168716"/>
                </a:lnTo>
                <a:lnTo>
                  <a:pt x="251316" y="182686"/>
                </a:lnTo>
                <a:lnTo>
                  <a:pt x="250335" y="183956"/>
                </a:lnTo>
                <a:lnTo>
                  <a:pt x="208136" y="183956"/>
                </a:lnTo>
                <a:lnTo>
                  <a:pt x="196412" y="186496"/>
                </a:lnTo>
                <a:lnTo>
                  <a:pt x="194463" y="187766"/>
                </a:lnTo>
                <a:close/>
              </a:path>
              <a:path w="439420" h="439420">
                <a:moveTo>
                  <a:pt x="260941" y="169986"/>
                </a:moveTo>
                <a:lnTo>
                  <a:pt x="253341" y="168716"/>
                </a:lnTo>
                <a:lnTo>
                  <a:pt x="264476" y="168716"/>
                </a:lnTo>
                <a:lnTo>
                  <a:pt x="260941" y="169986"/>
                </a:lnTo>
                <a:close/>
              </a:path>
              <a:path w="439420" h="439420">
                <a:moveTo>
                  <a:pt x="247074" y="186496"/>
                </a:moveTo>
                <a:lnTo>
                  <a:pt x="243333" y="186496"/>
                </a:lnTo>
                <a:lnTo>
                  <a:pt x="231478" y="183956"/>
                </a:lnTo>
                <a:lnTo>
                  <a:pt x="250335" y="183956"/>
                </a:lnTo>
                <a:lnTo>
                  <a:pt x="247074" y="186496"/>
                </a:lnTo>
                <a:close/>
              </a:path>
              <a:path w="439420" h="439420">
                <a:moveTo>
                  <a:pt x="164294" y="283016"/>
                </a:moveTo>
                <a:lnTo>
                  <a:pt x="143492" y="280476"/>
                </a:lnTo>
                <a:lnTo>
                  <a:pt x="140959" y="277936"/>
                </a:lnTo>
                <a:lnTo>
                  <a:pt x="140136" y="274126"/>
                </a:lnTo>
                <a:lnTo>
                  <a:pt x="141467" y="271586"/>
                </a:lnTo>
                <a:lnTo>
                  <a:pt x="167870" y="232216"/>
                </a:lnTo>
                <a:lnTo>
                  <a:pt x="197346" y="204276"/>
                </a:lnTo>
                <a:lnTo>
                  <a:pt x="232021" y="200466"/>
                </a:lnTo>
                <a:lnTo>
                  <a:pt x="260878" y="209356"/>
                </a:lnTo>
                <a:lnTo>
                  <a:pt x="288493" y="218246"/>
                </a:lnTo>
                <a:lnTo>
                  <a:pt x="319442" y="219516"/>
                </a:lnTo>
                <a:lnTo>
                  <a:pt x="325476" y="219516"/>
                </a:lnTo>
                <a:lnTo>
                  <a:pt x="329952" y="228406"/>
                </a:lnTo>
                <a:lnTo>
                  <a:pt x="334572" y="236026"/>
                </a:lnTo>
                <a:lnTo>
                  <a:pt x="342427" y="249996"/>
                </a:lnTo>
                <a:lnTo>
                  <a:pt x="200944" y="249996"/>
                </a:lnTo>
                <a:lnTo>
                  <a:pt x="181305" y="266506"/>
                </a:lnTo>
                <a:lnTo>
                  <a:pt x="164294" y="283016"/>
                </a:lnTo>
                <a:close/>
              </a:path>
              <a:path w="439420" h="439420">
                <a:moveTo>
                  <a:pt x="325476" y="219516"/>
                </a:moveTo>
                <a:lnTo>
                  <a:pt x="319442" y="219516"/>
                </a:lnTo>
                <a:lnTo>
                  <a:pt x="322496" y="218246"/>
                </a:lnTo>
                <a:lnTo>
                  <a:pt x="325476" y="219516"/>
                </a:lnTo>
                <a:close/>
              </a:path>
              <a:path w="439420" h="439420">
                <a:moveTo>
                  <a:pt x="80976" y="331276"/>
                </a:moveTo>
                <a:lnTo>
                  <a:pt x="79005" y="330006"/>
                </a:lnTo>
                <a:lnTo>
                  <a:pt x="74413" y="324926"/>
                </a:lnTo>
                <a:lnTo>
                  <a:pt x="71090" y="319846"/>
                </a:lnTo>
                <a:lnTo>
                  <a:pt x="65043" y="313496"/>
                </a:lnTo>
                <a:lnTo>
                  <a:pt x="64603" y="310956"/>
                </a:lnTo>
                <a:lnTo>
                  <a:pt x="65942" y="308416"/>
                </a:lnTo>
                <a:lnTo>
                  <a:pt x="75176" y="290636"/>
                </a:lnTo>
                <a:lnTo>
                  <a:pt x="102082" y="242376"/>
                </a:lnTo>
                <a:lnTo>
                  <a:pt x="118615" y="220786"/>
                </a:lnTo>
                <a:lnTo>
                  <a:pt x="120358" y="220786"/>
                </a:lnTo>
                <a:lnTo>
                  <a:pt x="128795" y="227136"/>
                </a:lnTo>
                <a:lnTo>
                  <a:pt x="138948" y="229676"/>
                </a:lnTo>
                <a:lnTo>
                  <a:pt x="149444" y="230946"/>
                </a:lnTo>
                <a:lnTo>
                  <a:pt x="151366" y="232216"/>
                </a:lnTo>
                <a:lnTo>
                  <a:pt x="153227" y="237296"/>
                </a:lnTo>
                <a:lnTo>
                  <a:pt x="152897" y="239836"/>
                </a:lnTo>
                <a:lnTo>
                  <a:pt x="151394" y="241106"/>
                </a:lnTo>
                <a:lnTo>
                  <a:pt x="143658" y="251266"/>
                </a:lnTo>
                <a:lnTo>
                  <a:pt x="136652" y="262696"/>
                </a:lnTo>
                <a:lnTo>
                  <a:pt x="132606" y="272856"/>
                </a:lnTo>
                <a:lnTo>
                  <a:pt x="133751" y="281746"/>
                </a:lnTo>
                <a:lnTo>
                  <a:pt x="140351" y="288096"/>
                </a:lnTo>
                <a:lnTo>
                  <a:pt x="150087" y="291906"/>
                </a:lnTo>
                <a:lnTo>
                  <a:pt x="279182" y="291906"/>
                </a:lnTo>
                <a:lnTo>
                  <a:pt x="298523" y="304606"/>
                </a:lnTo>
                <a:lnTo>
                  <a:pt x="319927" y="321116"/>
                </a:lnTo>
                <a:lnTo>
                  <a:pt x="258696" y="321116"/>
                </a:lnTo>
                <a:lnTo>
                  <a:pt x="254437" y="324926"/>
                </a:lnTo>
                <a:lnTo>
                  <a:pt x="92304" y="324926"/>
                </a:lnTo>
                <a:lnTo>
                  <a:pt x="82479" y="330006"/>
                </a:lnTo>
                <a:lnTo>
                  <a:pt x="80976" y="331276"/>
                </a:lnTo>
                <a:close/>
              </a:path>
              <a:path w="439420" h="439420">
                <a:moveTo>
                  <a:pt x="350999" y="332546"/>
                </a:moveTo>
                <a:lnTo>
                  <a:pt x="347402" y="332546"/>
                </a:lnTo>
                <a:lnTo>
                  <a:pt x="344800" y="330006"/>
                </a:lnTo>
                <a:lnTo>
                  <a:pt x="316674" y="308416"/>
                </a:lnTo>
                <a:lnTo>
                  <a:pt x="289105" y="289366"/>
                </a:lnTo>
                <a:lnTo>
                  <a:pt x="260591" y="270316"/>
                </a:lnTo>
                <a:lnTo>
                  <a:pt x="229631" y="252536"/>
                </a:lnTo>
                <a:lnTo>
                  <a:pt x="200944" y="249996"/>
                </a:lnTo>
                <a:lnTo>
                  <a:pt x="342427" y="249996"/>
                </a:lnTo>
                <a:lnTo>
                  <a:pt x="374565" y="307146"/>
                </a:lnTo>
                <a:lnTo>
                  <a:pt x="374119" y="310956"/>
                </a:lnTo>
                <a:lnTo>
                  <a:pt x="367131" y="317306"/>
                </a:lnTo>
                <a:lnTo>
                  <a:pt x="359030" y="324926"/>
                </a:lnTo>
                <a:lnTo>
                  <a:pt x="353518" y="330006"/>
                </a:lnTo>
                <a:lnTo>
                  <a:pt x="350999" y="332546"/>
                </a:lnTo>
                <a:close/>
              </a:path>
              <a:path w="439420" h="439420">
                <a:moveTo>
                  <a:pt x="279182" y="291906"/>
                </a:moveTo>
                <a:lnTo>
                  <a:pt x="161425" y="291906"/>
                </a:lnTo>
                <a:lnTo>
                  <a:pt x="172832" y="288096"/>
                </a:lnTo>
                <a:lnTo>
                  <a:pt x="181597" y="279206"/>
                </a:lnTo>
                <a:lnTo>
                  <a:pt x="192442" y="266506"/>
                </a:lnTo>
                <a:lnTo>
                  <a:pt x="204354" y="257616"/>
                </a:lnTo>
                <a:lnTo>
                  <a:pt x="216320" y="255076"/>
                </a:lnTo>
                <a:lnTo>
                  <a:pt x="220569" y="257616"/>
                </a:lnTo>
                <a:lnTo>
                  <a:pt x="226579" y="260156"/>
                </a:lnTo>
                <a:lnTo>
                  <a:pt x="233174" y="263966"/>
                </a:lnTo>
                <a:lnTo>
                  <a:pt x="239180" y="267776"/>
                </a:lnTo>
                <a:lnTo>
                  <a:pt x="269512" y="285556"/>
                </a:lnTo>
                <a:lnTo>
                  <a:pt x="279182" y="291906"/>
                </a:lnTo>
                <a:close/>
              </a:path>
              <a:path w="439420" h="439420">
                <a:moveTo>
                  <a:pt x="346459" y="371916"/>
                </a:moveTo>
                <a:lnTo>
                  <a:pt x="334654" y="371916"/>
                </a:lnTo>
                <a:lnTo>
                  <a:pt x="258696" y="321116"/>
                </a:lnTo>
                <a:lnTo>
                  <a:pt x="319927" y="321116"/>
                </a:lnTo>
                <a:lnTo>
                  <a:pt x="326513" y="326196"/>
                </a:lnTo>
                <a:lnTo>
                  <a:pt x="353779" y="346516"/>
                </a:lnTo>
                <a:lnTo>
                  <a:pt x="358621" y="356676"/>
                </a:lnTo>
                <a:lnTo>
                  <a:pt x="355314" y="366836"/>
                </a:lnTo>
                <a:lnTo>
                  <a:pt x="346459" y="371916"/>
                </a:lnTo>
                <a:close/>
              </a:path>
              <a:path w="439420" h="439420">
                <a:moveTo>
                  <a:pt x="124093" y="337626"/>
                </a:moveTo>
                <a:lnTo>
                  <a:pt x="119617" y="337626"/>
                </a:lnTo>
                <a:lnTo>
                  <a:pt x="119006" y="336356"/>
                </a:lnTo>
                <a:lnTo>
                  <a:pt x="111464" y="327466"/>
                </a:lnTo>
                <a:lnTo>
                  <a:pt x="102264" y="324926"/>
                </a:lnTo>
                <a:lnTo>
                  <a:pt x="254437" y="324926"/>
                </a:lnTo>
                <a:lnTo>
                  <a:pt x="251598" y="327466"/>
                </a:lnTo>
                <a:lnTo>
                  <a:pt x="137421" y="327466"/>
                </a:lnTo>
                <a:lnTo>
                  <a:pt x="126894" y="333816"/>
                </a:lnTo>
                <a:lnTo>
                  <a:pt x="124093" y="337626"/>
                </a:lnTo>
                <a:close/>
              </a:path>
              <a:path w="439420" h="439420">
                <a:moveTo>
                  <a:pt x="248260" y="435416"/>
                </a:moveTo>
                <a:lnTo>
                  <a:pt x="238040" y="435416"/>
                </a:lnTo>
                <a:lnTo>
                  <a:pt x="232863" y="432876"/>
                </a:lnTo>
                <a:lnTo>
                  <a:pt x="210114" y="423986"/>
                </a:lnTo>
                <a:lnTo>
                  <a:pt x="208467" y="420176"/>
                </a:lnTo>
                <a:lnTo>
                  <a:pt x="209915" y="415096"/>
                </a:lnTo>
                <a:lnTo>
                  <a:pt x="210176" y="415096"/>
                </a:lnTo>
                <a:lnTo>
                  <a:pt x="210444" y="412556"/>
                </a:lnTo>
                <a:lnTo>
                  <a:pt x="210400" y="410016"/>
                </a:lnTo>
                <a:lnTo>
                  <a:pt x="210289" y="403666"/>
                </a:lnTo>
                <a:lnTo>
                  <a:pt x="206758" y="396046"/>
                </a:lnTo>
                <a:lnTo>
                  <a:pt x="200256" y="389696"/>
                </a:lnTo>
                <a:lnTo>
                  <a:pt x="188127" y="384616"/>
                </a:lnTo>
                <a:lnTo>
                  <a:pt x="185923" y="382076"/>
                </a:lnTo>
                <a:lnTo>
                  <a:pt x="167491" y="357946"/>
                </a:lnTo>
                <a:lnTo>
                  <a:pt x="164409" y="356676"/>
                </a:lnTo>
                <a:lnTo>
                  <a:pt x="162267" y="354136"/>
                </a:lnTo>
                <a:lnTo>
                  <a:pt x="162178" y="350326"/>
                </a:lnTo>
                <a:lnTo>
                  <a:pt x="158123" y="337626"/>
                </a:lnTo>
                <a:lnTo>
                  <a:pt x="148850" y="330006"/>
                </a:lnTo>
                <a:lnTo>
                  <a:pt x="137421" y="327466"/>
                </a:lnTo>
                <a:lnTo>
                  <a:pt x="251598" y="327466"/>
                </a:lnTo>
                <a:lnTo>
                  <a:pt x="258284" y="332546"/>
                </a:lnTo>
                <a:lnTo>
                  <a:pt x="269314" y="338896"/>
                </a:lnTo>
                <a:lnTo>
                  <a:pt x="288162" y="350326"/>
                </a:lnTo>
                <a:lnTo>
                  <a:pt x="304365" y="360486"/>
                </a:lnTo>
                <a:lnTo>
                  <a:pt x="241960" y="360486"/>
                </a:lnTo>
                <a:lnTo>
                  <a:pt x="238219" y="366836"/>
                </a:lnTo>
                <a:lnTo>
                  <a:pt x="246786" y="369376"/>
                </a:lnTo>
                <a:lnTo>
                  <a:pt x="256211" y="375726"/>
                </a:lnTo>
                <a:lnTo>
                  <a:pt x="261174" y="378266"/>
                </a:lnTo>
                <a:lnTo>
                  <a:pt x="270908" y="383346"/>
                </a:lnTo>
                <a:lnTo>
                  <a:pt x="279880" y="388426"/>
                </a:lnTo>
                <a:lnTo>
                  <a:pt x="286834" y="392236"/>
                </a:lnTo>
                <a:lnTo>
                  <a:pt x="220885" y="392236"/>
                </a:lnTo>
                <a:lnTo>
                  <a:pt x="220791" y="394776"/>
                </a:lnTo>
                <a:lnTo>
                  <a:pt x="220697" y="397316"/>
                </a:lnTo>
                <a:lnTo>
                  <a:pt x="220603" y="399856"/>
                </a:lnTo>
                <a:lnTo>
                  <a:pt x="220556" y="401126"/>
                </a:lnTo>
                <a:lnTo>
                  <a:pt x="227441" y="402396"/>
                </a:lnTo>
                <a:lnTo>
                  <a:pt x="253980" y="415096"/>
                </a:lnTo>
                <a:lnTo>
                  <a:pt x="260298" y="422716"/>
                </a:lnTo>
                <a:lnTo>
                  <a:pt x="257036" y="430336"/>
                </a:lnTo>
                <a:lnTo>
                  <a:pt x="248260" y="435416"/>
                </a:lnTo>
                <a:close/>
              </a:path>
              <a:path w="439420" h="439420">
                <a:moveTo>
                  <a:pt x="95755" y="370646"/>
                </a:moveTo>
                <a:lnTo>
                  <a:pt x="88555" y="370646"/>
                </a:lnTo>
                <a:lnTo>
                  <a:pt x="82350" y="366836"/>
                </a:lnTo>
                <a:lnTo>
                  <a:pt x="78084" y="361756"/>
                </a:lnTo>
                <a:lnTo>
                  <a:pt x="76699" y="354136"/>
                </a:lnTo>
                <a:lnTo>
                  <a:pt x="78533" y="349056"/>
                </a:lnTo>
                <a:lnTo>
                  <a:pt x="82647" y="342706"/>
                </a:lnTo>
                <a:lnTo>
                  <a:pt x="87627" y="336356"/>
                </a:lnTo>
                <a:lnTo>
                  <a:pt x="92055" y="333816"/>
                </a:lnTo>
                <a:lnTo>
                  <a:pt x="99627" y="332546"/>
                </a:lnTo>
                <a:lnTo>
                  <a:pt x="106332" y="335086"/>
                </a:lnTo>
                <a:lnTo>
                  <a:pt x="111026" y="340166"/>
                </a:lnTo>
                <a:lnTo>
                  <a:pt x="112567" y="347786"/>
                </a:lnTo>
                <a:lnTo>
                  <a:pt x="110307" y="352866"/>
                </a:lnTo>
                <a:lnTo>
                  <a:pt x="105381" y="360486"/>
                </a:lnTo>
                <a:lnTo>
                  <a:pt x="99846" y="366836"/>
                </a:lnTo>
                <a:lnTo>
                  <a:pt x="95755" y="370646"/>
                </a:lnTo>
                <a:close/>
              </a:path>
              <a:path w="439420" h="439420">
                <a:moveTo>
                  <a:pt x="112978" y="401126"/>
                </a:moveTo>
                <a:lnTo>
                  <a:pt x="104203" y="397316"/>
                </a:lnTo>
                <a:lnTo>
                  <a:pt x="99749" y="388426"/>
                </a:lnTo>
                <a:lnTo>
                  <a:pt x="102812" y="376996"/>
                </a:lnTo>
                <a:lnTo>
                  <a:pt x="128409" y="342706"/>
                </a:lnTo>
                <a:lnTo>
                  <a:pt x="142387" y="333816"/>
                </a:lnTo>
                <a:lnTo>
                  <a:pt x="150398" y="340166"/>
                </a:lnTo>
                <a:lnTo>
                  <a:pt x="156226" y="355406"/>
                </a:lnTo>
                <a:lnTo>
                  <a:pt x="149877" y="360486"/>
                </a:lnTo>
                <a:lnTo>
                  <a:pt x="146039" y="365566"/>
                </a:lnTo>
                <a:lnTo>
                  <a:pt x="141322" y="373186"/>
                </a:lnTo>
                <a:lnTo>
                  <a:pt x="134592" y="382076"/>
                </a:lnTo>
                <a:lnTo>
                  <a:pt x="127796" y="392236"/>
                </a:lnTo>
                <a:lnTo>
                  <a:pt x="122878" y="397316"/>
                </a:lnTo>
                <a:lnTo>
                  <a:pt x="112978" y="401126"/>
                </a:lnTo>
                <a:close/>
              </a:path>
              <a:path w="439420" h="439420">
                <a:moveTo>
                  <a:pt x="309484" y="390966"/>
                </a:moveTo>
                <a:lnTo>
                  <a:pt x="295958" y="387156"/>
                </a:lnTo>
                <a:lnTo>
                  <a:pt x="288957" y="383346"/>
                </a:lnTo>
                <a:lnTo>
                  <a:pt x="263796" y="369376"/>
                </a:lnTo>
                <a:lnTo>
                  <a:pt x="251292" y="361756"/>
                </a:lnTo>
                <a:lnTo>
                  <a:pt x="245839" y="360486"/>
                </a:lnTo>
                <a:lnTo>
                  <a:pt x="304365" y="360486"/>
                </a:lnTo>
                <a:lnTo>
                  <a:pt x="306390" y="361756"/>
                </a:lnTo>
                <a:lnTo>
                  <a:pt x="315563" y="368106"/>
                </a:lnTo>
                <a:lnTo>
                  <a:pt x="322490" y="378266"/>
                </a:lnTo>
                <a:lnTo>
                  <a:pt x="319396" y="387156"/>
                </a:lnTo>
                <a:lnTo>
                  <a:pt x="309484" y="390966"/>
                </a:lnTo>
                <a:close/>
              </a:path>
              <a:path w="439420" h="439420">
                <a:moveTo>
                  <a:pt x="143006" y="420176"/>
                </a:moveTo>
                <a:lnTo>
                  <a:pt x="134504" y="416366"/>
                </a:lnTo>
                <a:lnTo>
                  <a:pt x="130096" y="408746"/>
                </a:lnTo>
                <a:lnTo>
                  <a:pt x="133600" y="397316"/>
                </a:lnTo>
                <a:lnTo>
                  <a:pt x="138290" y="390966"/>
                </a:lnTo>
                <a:lnTo>
                  <a:pt x="145106" y="380806"/>
                </a:lnTo>
                <a:lnTo>
                  <a:pt x="152183" y="371916"/>
                </a:lnTo>
                <a:lnTo>
                  <a:pt x="157661" y="366836"/>
                </a:lnTo>
                <a:lnTo>
                  <a:pt x="166397" y="365566"/>
                </a:lnTo>
                <a:lnTo>
                  <a:pt x="173938" y="370646"/>
                </a:lnTo>
                <a:lnTo>
                  <a:pt x="177311" y="379536"/>
                </a:lnTo>
                <a:lnTo>
                  <a:pt x="173539" y="390966"/>
                </a:lnTo>
                <a:lnTo>
                  <a:pt x="168952" y="397316"/>
                </a:lnTo>
                <a:lnTo>
                  <a:pt x="162433" y="406206"/>
                </a:lnTo>
                <a:lnTo>
                  <a:pt x="151785" y="418906"/>
                </a:lnTo>
                <a:lnTo>
                  <a:pt x="143006" y="420176"/>
                </a:lnTo>
                <a:close/>
              </a:path>
              <a:path w="439420" h="439420">
                <a:moveTo>
                  <a:pt x="279680" y="415096"/>
                </a:moveTo>
                <a:lnTo>
                  <a:pt x="266247" y="412556"/>
                </a:lnTo>
                <a:lnTo>
                  <a:pt x="260257" y="410016"/>
                </a:lnTo>
                <a:lnTo>
                  <a:pt x="247674" y="402396"/>
                </a:lnTo>
                <a:lnTo>
                  <a:pt x="240834" y="399856"/>
                </a:lnTo>
                <a:lnTo>
                  <a:pt x="237278" y="397316"/>
                </a:lnTo>
                <a:lnTo>
                  <a:pt x="233317" y="394776"/>
                </a:lnTo>
                <a:lnTo>
                  <a:pt x="220885" y="392236"/>
                </a:lnTo>
                <a:lnTo>
                  <a:pt x="286834" y="392236"/>
                </a:lnTo>
                <a:lnTo>
                  <a:pt x="292650" y="401126"/>
                </a:lnTo>
                <a:lnTo>
                  <a:pt x="289373" y="410016"/>
                </a:lnTo>
                <a:lnTo>
                  <a:pt x="279680" y="415096"/>
                </a:lnTo>
                <a:close/>
              </a:path>
              <a:path w="439420" h="439420">
                <a:moveTo>
                  <a:pt x="175349" y="439226"/>
                </a:moveTo>
                <a:lnTo>
                  <a:pt x="167228" y="435416"/>
                </a:lnTo>
                <a:lnTo>
                  <a:pt x="162537" y="429066"/>
                </a:lnTo>
                <a:lnTo>
                  <a:pt x="164224" y="417636"/>
                </a:lnTo>
                <a:lnTo>
                  <a:pt x="177274" y="399856"/>
                </a:lnTo>
                <a:lnTo>
                  <a:pt x="186162" y="393506"/>
                </a:lnTo>
                <a:lnTo>
                  <a:pt x="195224" y="396046"/>
                </a:lnTo>
                <a:lnTo>
                  <a:pt x="201437" y="403666"/>
                </a:lnTo>
                <a:lnTo>
                  <a:pt x="201535" y="406206"/>
                </a:lnTo>
                <a:lnTo>
                  <a:pt x="201634" y="408746"/>
                </a:lnTo>
                <a:lnTo>
                  <a:pt x="201683" y="410016"/>
                </a:lnTo>
                <a:lnTo>
                  <a:pt x="201781" y="412556"/>
                </a:lnTo>
                <a:lnTo>
                  <a:pt x="198769" y="417636"/>
                </a:lnTo>
                <a:lnTo>
                  <a:pt x="193279" y="425256"/>
                </a:lnTo>
                <a:lnTo>
                  <a:pt x="187582" y="432876"/>
                </a:lnTo>
                <a:lnTo>
                  <a:pt x="183953" y="436686"/>
                </a:lnTo>
                <a:lnTo>
                  <a:pt x="175349" y="439226"/>
                </a:lnTo>
                <a:close/>
              </a:path>
              <a:path w="439420" h="439420">
                <a:moveTo>
                  <a:pt x="245866" y="51045"/>
                </a:moveTo>
                <a:lnTo>
                  <a:pt x="193474" y="51045"/>
                </a:lnTo>
                <a:lnTo>
                  <a:pt x="192651" y="50119"/>
                </a:lnTo>
                <a:lnTo>
                  <a:pt x="203785" y="8024"/>
                </a:lnTo>
                <a:lnTo>
                  <a:pt x="210670" y="3988"/>
                </a:lnTo>
                <a:lnTo>
                  <a:pt x="228677" y="3988"/>
                </a:lnTo>
                <a:lnTo>
                  <a:pt x="245310" y="40705"/>
                </a:lnTo>
                <a:lnTo>
                  <a:pt x="246690" y="50119"/>
                </a:lnTo>
                <a:lnTo>
                  <a:pt x="245866" y="51045"/>
                </a:lnTo>
                <a:close/>
              </a:path>
              <a:path w="439420" h="439420">
                <a:moveTo>
                  <a:pt x="222848" y="55871"/>
                </a:moveTo>
                <a:lnTo>
                  <a:pt x="216499" y="55871"/>
                </a:lnTo>
                <a:lnTo>
                  <a:pt x="212263" y="52961"/>
                </a:lnTo>
                <a:lnTo>
                  <a:pt x="209778" y="51286"/>
                </a:lnTo>
                <a:lnTo>
                  <a:pt x="186786" y="51045"/>
                </a:lnTo>
                <a:lnTo>
                  <a:pt x="252554" y="51045"/>
                </a:lnTo>
                <a:lnTo>
                  <a:pt x="229562" y="51286"/>
                </a:lnTo>
                <a:lnTo>
                  <a:pt x="227084" y="52961"/>
                </a:lnTo>
                <a:lnTo>
                  <a:pt x="222848" y="55871"/>
                </a:lnTo>
                <a:close/>
              </a:path>
              <a:path w="439420" h="439420">
                <a:moveTo>
                  <a:pt x="92735" y="50716"/>
                </a:moveTo>
                <a:lnTo>
                  <a:pt x="83712" y="47720"/>
                </a:lnTo>
                <a:lnTo>
                  <a:pt x="77106" y="40255"/>
                </a:lnTo>
                <a:lnTo>
                  <a:pt x="73048" y="30609"/>
                </a:lnTo>
                <a:lnTo>
                  <a:pt x="71667" y="21067"/>
                </a:lnTo>
                <a:lnTo>
                  <a:pt x="73322" y="12864"/>
                </a:lnTo>
                <a:lnTo>
                  <a:pt x="77835" y="6167"/>
                </a:lnTo>
                <a:lnTo>
                  <a:pt x="84531" y="1654"/>
                </a:lnTo>
                <a:lnTo>
                  <a:pt x="92735" y="0"/>
                </a:lnTo>
                <a:lnTo>
                  <a:pt x="100934" y="1654"/>
                </a:lnTo>
                <a:lnTo>
                  <a:pt x="107629" y="6167"/>
                </a:lnTo>
                <a:lnTo>
                  <a:pt x="112141" y="12864"/>
                </a:lnTo>
                <a:lnTo>
                  <a:pt x="113796" y="21067"/>
                </a:lnTo>
                <a:lnTo>
                  <a:pt x="112414" y="30609"/>
                </a:lnTo>
                <a:lnTo>
                  <a:pt x="108357" y="40255"/>
                </a:lnTo>
                <a:lnTo>
                  <a:pt x="101754" y="47720"/>
                </a:lnTo>
                <a:lnTo>
                  <a:pt x="92735" y="50716"/>
                </a:lnTo>
                <a:close/>
              </a:path>
              <a:path w="439420" h="439420">
                <a:moveTo>
                  <a:pt x="346612" y="50716"/>
                </a:moveTo>
                <a:lnTo>
                  <a:pt x="337593" y="47720"/>
                </a:lnTo>
                <a:lnTo>
                  <a:pt x="330990" y="40255"/>
                </a:lnTo>
                <a:lnTo>
                  <a:pt x="326933" y="30609"/>
                </a:lnTo>
                <a:lnTo>
                  <a:pt x="325551" y="21067"/>
                </a:lnTo>
                <a:lnTo>
                  <a:pt x="327205" y="12864"/>
                </a:lnTo>
                <a:lnTo>
                  <a:pt x="331716" y="6167"/>
                </a:lnTo>
                <a:lnTo>
                  <a:pt x="338410" y="1654"/>
                </a:lnTo>
                <a:lnTo>
                  <a:pt x="346612" y="0"/>
                </a:lnTo>
                <a:lnTo>
                  <a:pt x="354816" y="1654"/>
                </a:lnTo>
                <a:lnTo>
                  <a:pt x="361512" y="6167"/>
                </a:lnTo>
                <a:lnTo>
                  <a:pt x="366025" y="12864"/>
                </a:lnTo>
                <a:lnTo>
                  <a:pt x="367680" y="21067"/>
                </a:lnTo>
                <a:lnTo>
                  <a:pt x="366299" y="30609"/>
                </a:lnTo>
                <a:lnTo>
                  <a:pt x="362241" y="40255"/>
                </a:lnTo>
                <a:lnTo>
                  <a:pt x="355635" y="47720"/>
                </a:lnTo>
                <a:lnTo>
                  <a:pt x="346612" y="50716"/>
                </a:lnTo>
                <a:close/>
              </a:path>
            </a:pathLst>
          </a:custGeom>
          <a:solidFill>
            <a:srgbClr val="ECEBE4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21" name="object 21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1409026" y="2555796"/>
            <a:ext cx="106234" cy="106234"/>
          </a:xfrm>
          <a:prstGeom prst="rect">
            <a:avLst/>
          </a:prstGeom>
        </p:spPr>
      </p:pic>
      <p:pic>
        <p:nvPicPr>
          <p:cNvPr id="22" name="object 22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1575373" y="2555796"/>
            <a:ext cx="106238" cy="106234"/>
          </a:xfrm>
          <a:prstGeom prst="rect">
            <a:avLst/>
          </a:prstGeom>
        </p:spPr>
      </p:pic>
      <p:grpSp>
        <p:nvGrpSpPr>
          <p:cNvPr id="23" name="object 23"/>
          <p:cNvGrpSpPr/>
          <p:nvPr/>
        </p:nvGrpSpPr>
        <p:grpSpPr>
          <a:xfrm>
            <a:off x="970760" y="2048072"/>
            <a:ext cx="5029200" cy="5029200"/>
            <a:chOff x="970760" y="2048072"/>
            <a:chExt cx="5029200" cy="5029200"/>
          </a:xfrm>
        </p:grpSpPr>
        <p:pic>
          <p:nvPicPr>
            <p:cNvPr id="24" name="object 24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1741724" y="2555796"/>
              <a:ext cx="106234" cy="106234"/>
            </a:xfrm>
            <a:prstGeom prst="rect">
              <a:avLst/>
            </a:prstGeom>
          </p:spPr>
        </p:pic>
        <p:pic>
          <p:nvPicPr>
            <p:cNvPr id="25" name="object 25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970760" y="2048072"/>
              <a:ext cx="5029199" cy="5029196"/>
            </a:xfrm>
            <a:prstGeom prst="rect">
              <a:avLst/>
            </a:prstGeom>
          </p:spPr>
        </p:pic>
      </p:grpSp>
      <p:pic>
        <p:nvPicPr>
          <p:cNvPr id="26" name="object 26"/>
          <p:cNvPicPr/>
          <p:nvPr/>
        </p:nvPicPr>
        <p:blipFill>
          <a:blip r:embed="rId10" cstate="print"/>
          <a:stretch>
            <a:fillRect/>
          </a:stretch>
        </p:blipFill>
        <p:spPr>
          <a:xfrm>
            <a:off x="6183569" y="4564227"/>
            <a:ext cx="4010040" cy="4371959"/>
          </a:xfrm>
          <a:prstGeom prst="rect">
            <a:avLst/>
          </a:prstGeom>
        </p:spPr>
      </p:pic>
      <p:sp>
        <p:nvSpPr>
          <p:cNvPr id="27" name="object 27"/>
          <p:cNvSpPr txBox="1"/>
          <p:nvPr/>
        </p:nvSpPr>
        <p:spPr>
          <a:xfrm>
            <a:off x="4203019" y="7716342"/>
            <a:ext cx="1238885" cy="344170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2050" spc="-25" dirty="0">
                <a:solidFill>
                  <a:srgbClr val="FFFFFF"/>
                </a:solidFill>
                <a:latin typeface="Lucida Sans"/>
                <a:cs typeface="Lucida Sans"/>
              </a:rPr>
              <a:t>89,400++</a:t>
            </a:r>
            <a:endParaRPr sz="2050">
              <a:latin typeface="Lucida Sans"/>
              <a:cs typeface="Lucida Sans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6202927" y="1813627"/>
            <a:ext cx="7454265" cy="278574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2550" b="1" spc="195" dirty="0">
                <a:solidFill>
                  <a:srgbClr val="A6182E"/>
                </a:solidFill>
                <a:latin typeface="Trebuchet MS"/>
                <a:cs typeface="Trebuchet MS"/>
              </a:rPr>
              <a:t>WELCOME</a:t>
            </a:r>
            <a:r>
              <a:rPr sz="2550" b="1" spc="-55" dirty="0">
                <a:solidFill>
                  <a:srgbClr val="A6182E"/>
                </a:solidFill>
                <a:latin typeface="Trebuchet MS"/>
                <a:cs typeface="Trebuchet MS"/>
              </a:rPr>
              <a:t> </a:t>
            </a:r>
            <a:r>
              <a:rPr sz="2550" b="1" spc="45" dirty="0">
                <a:solidFill>
                  <a:srgbClr val="A6182E"/>
                </a:solidFill>
                <a:latin typeface="Trebuchet MS"/>
                <a:cs typeface="Trebuchet MS"/>
              </a:rPr>
              <a:t>TO</a:t>
            </a:r>
            <a:endParaRPr sz="2550">
              <a:latin typeface="Trebuchet MS"/>
              <a:cs typeface="Trebuchet MS"/>
            </a:endParaRPr>
          </a:p>
          <a:p>
            <a:pPr marL="12700" marR="5080">
              <a:lnSpc>
                <a:spcPts val="8980"/>
              </a:lnSpc>
              <a:spcBef>
                <a:spcPts val="790"/>
              </a:spcBef>
            </a:pPr>
            <a:r>
              <a:rPr sz="7800" b="1" spc="660" dirty="0">
                <a:latin typeface="Trebuchet MS"/>
                <a:cs typeface="Trebuchet MS"/>
              </a:rPr>
              <a:t>CAMPUS </a:t>
            </a:r>
            <a:r>
              <a:rPr sz="7800" b="1" spc="515" dirty="0">
                <a:latin typeface="Trebuchet MS"/>
                <a:cs typeface="Trebuchet MS"/>
              </a:rPr>
              <a:t>MARKETPLACE</a:t>
            </a:r>
            <a:endParaRPr sz="7800">
              <a:latin typeface="Trebuchet MS"/>
              <a:cs typeface="Trebuchet MS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4081962" y="1037300"/>
            <a:ext cx="1562100" cy="330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spc="-10" dirty="0">
                <a:latin typeface="Lucida Sans"/>
                <a:cs typeface="Lucida Sans"/>
              </a:rPr>
              <a:t>Marketplace</a:t>
            </a:r>
            <a:endParaRPr sz="2000">
              <a:latin typeface="Lucida Sans"/>
              <a:cs typeface="Lucida Sans"/>
            </a:endParaRPr>
          </a:p>
        </p:txBody>
      </p:sp>
      <p:sp>
        <p:nvSpPr>
          <p:cNvPr id="30" name="object 30"/>
          <p:cNvSpPr txBox="1"/>
          <p:nvPr/>
        </p:nvSpPr>
        <p:spPr>
          <a:xfrm>
            <a:off x="1403995" y="1037300"/>
            <a:ext cx="690245" cy="330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spc="-20" dirty="0">
                <a:solidFill>
                  <a:srgbClr val="0F0E0D"/>
                </a:solidFill>
                <a:latin typeface="Lucida Sans"/>
                <a:cs typeface="Lucida Sans"/>
              </a:rPr>
              <a:t>Login</a:t>
            </a:r>
            <a:endParaRPr sz="2000">
              <a:latin typeface="Lucida Sans"/>
              <a:cs typeface="Lucida Sans"/>
            </a:endParaRPr>
          </a:p>
        </p:txBody>
      </p:sp>
      <p:sp>
        <p:nvSpPr>
          <p:cNvPr id="31" name="object 31"/>
          <p:cNvSpPr txBox="1"/>
          <p:nvPr/>
        </p:nvSpPr>
        <p:spPr>
          <a:xfrm>
            <a:off x="2544610" y="1037300"/>
            <a:ext cx="1170940" cy="330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spc="-10" dirty="0">
                <a:latin typeface="Lucida Sans"/>
                <a:cs typeface="Lucida Sans"/>
              </a:rPr>
              <a:t>Welcome</a:t>
            </a:r>
            <a:endParaRPr sz="2000">
              <a:latin typeface="Lucida Sans"/>
              <a:cs typeface="Lucida Sans"/>
            </a:endParaRPr>
          </a:p>
        </p:txBody>
      </p:sp>
      <p:sp>
        <p:nvSpPr>
          <p:cNvPr id="32" name="object 32"/>
          <p:cNvSpPr txBox="1"/>
          <p:nvPr/>
        </p:nvSpPr>
        <p:spPr>
          <a:xfrm>
            <a:off x="6033018" y="1012797"/>
            <a:ext cx="1419860" cy="330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dirty="0">
                <a:latin typeface="Lucida Sans"/>
                <a:cs typeface="Lucida Sans"/>
              </a:rPr>
              <a:t>My</a:t>
            </a:r>
            <a:r>
              <a:rPr sz="2000" spc="-40" dirty="0">
                <a:latin typeface="Lucida Sans"/>
                <a:cs typeface="Lucida Sans"/>
              </a:rPr>
              <a:t> </a:t>
            </a:r>
            <a:r>
              <a:rPr sz="2000" spc="-10" dirty="0">
                <a:latin typeface="Lucida Sans"/>
                <a:cs typeface="Lucida Sans"/>
              </a:rPr>
              <a:t>Listings</a:t>
            </a:r>
            <a:endParaRPr sz="2000">
              <a:latin typeface="Lucida Sans"/>
              <a:cs typeface="Lucida Sans"/>
            </a:endParaRPr>
          </a:p>
        </p:txBody>
      </p:sp>
      <p:sp>
        <p:nvSpPr>
          <p:cNvPr id="33" name="object 33"/>
          <p:cNvSpPr txBox="1"/>
          <p:nvPr/>
        </p:nvSpPr>
        <p:spPr>
          <a:xfrm>
            <a:off x="9964544" y="1012797"/>
            <a:ext cx="773430" cy="330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spc="-10" dirty="0">
                <a:latin typeface="Lucida Sans"/>
                <a:cs typeface="Lucida Sans"/>
              </a:rPr>
              <a:t>Figma</a:t>
            </a:r>
            <a:endParaRPr sz="2000">
              <a:latin typeface="Lucida Sans"/>
              <a:cs typeface="Lucida Sans"/>
            </a:endParaRPr>
          </a:p>
        </p:txBody>
      </p:sp>
      <p:sp>
        <p:nvSpPr>
          <p:cNvPr id="34" name="object 34"/>
          <p:cNvSpPr txBox="1"/>
          <p:nvPr/>
        </p:nvSpPr>
        <p:spPr>
          <a:xfrm>
            <a:off x="7865949" y="1012797"/>
            <a:ext cx="1527810" cy="330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dirty="0">
                <a:latin typeface="Lucida Sans"/>
                <a:cs typeface="Lucida Sans"/>
              </a:rPr>
              <a:t>My</a:t>
            </a:r>
            <a:r>
              <a:rPr sz="2000" spc="-40" dirty="0">
                <a:latin typeface="Lucida Sans"/>
                <a:cs typeface="Lucida Sans"/>
              </a:rPr>
              <a:t> </a:t>
            </a:r>
            <a:r>
              <a:rPr sz="2000" spc="-10" dirty="0">
                <a:latin typeface="Lucida Sans"/>
                <a:cs typeface="Lucida Sans"/>
              </a:rPr>
              <a:t>Shortlist</a:t>
            </a:r>
            <a:endParaRPr sz="2000">
              <a:latin typeface="Lucida Sans"/>
              <a:cs typeface="Lucida Sans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16472289" y="1054009"/>
            <a:ext cx="347980" cy="347980"/>
            <a:chOff x="16472289" y="1054009"/>
            <a:chExt cx="347980" cy="347980"/>
          </a:xfrm>
        </p:grpSpPr>
        <p:sp>
          <p:nvSpPr>
            <p:cNvPr id="3" name="object 3"/>
            <p:cNvSpPr/>
            <p:nvPr/>
          </p:nvSpPr>
          <p:spPr>
            <a:xfrm>
              <a:off x="16472289" y="1054009"/>
              <a:ext cx="347980" cy="347980"/>
            </a:xfrm>
            <a:custGeom>
              <a:avLst/>
              <a:gdLst/>
              <a:ahLst/>
              <a:cxnLst/>
              <a:rect l="l" t="t" r="r" b="b"/>
              <a:pathLst>
                <a:path w="347980" h="347980">
                  <a:moveTo>
                    <a:pt x="173727" y="347455"/>
                  </a:moveTo>
                  <a:lnTo>
                    <a:pt x="127543" y="341249"/>
                  </a:lnTo>
                  <a:lnTo>
                    <a:pt x="86043" y="323736"/>
                  </a:lnTo>
                  <a:lnTo>
                    <a:pt x="50883" y="296571"/>
                  </a:lnTo>
                  <a:lnTo>
                    <a:pt x="23718" y="261411"/>
                  </a:lnTo>
                  <a:lnTo>
                    <a:pt x="6205" y="219910"/>
                  </a:lnTo>
                  <a:lnTo>
                    <a:pt x="0" y="173727"/>
                  </a:lnTo>
                  <a:lnTo>
                    <a:pt x="6205" y="127543"/>
                  </a:lnTo>
                  <a:lnTo>
                    <a:pt x="23718" y="86043"/>
                  </a:lnTo>
                  <a:lnTo>
                    <a:pt x="50883" y="50883"/>
                  </a:lnTo>
                  <a:lnTo>
                    <a:pt x="86043" y="23718"/>
                  </a:lnTo>
                  <a:lnTo>
                    <a:pt x="127543" y="6205"/>
                  </a:lnTo>
                  <a:lnTo>
                    <a:pt x="173727" y="0"/>
                  </a:lnTo>
                  <a:lnTo>
                    <a:pt x="219910" y="6205"/>
                  </a:lnTo>
                  <a:lnTo>
                    <a:pt x="261410" y="23718"/>
                  </a:lnTo>
                  <a:lnTo>
                    <a:pt x="296571" y="50883"/>
                  </a:lnTo>
                  <a:lnTo>
                    <a:pt x="323736" y="86043"/>
                  </a:lnTo>
                  <a:lnTo>
                    <a:pt x="341249" y="127543"/>
                  </a:lnTo>
                  <a:lnTo>
                    <a:pt x="347455" y="173727"/>
                  </a:lnTo>
                  <a:lnTo>
                    <a:pt x="341249" y="219910"/>
                  </a:lnTo>
                  <a:lnTo>
                    <a:pt x="323736" y="261411"/>
                  </a:lnTo>
                  <a:lnTo>
                    <a:pt x="296571" y="296571"/>
                  </a:lnTo>
                  <a:lnTo>
                    <a:pt x="261410" y="323736"/>
                  </a:lnTo>
                  <a:lnTo>
                    <a:pt x="219910" y="341249"/>
                  </a:lnTo>
                  <a:lnTo>
                    <a:pt x="173727" y="347455"/>
                  </a:lnTo>
                  <a:close/>
                </a:path>
              </a:pathLst>
            </a:custGeom>
            <a:solidFill>
              <a:srgbClr val="ECEBE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16548633" y="1163725"/>
              <a:ext cx="194945" cy="128270"/>
            </a:xfrm>
            <a:custGeom>
              <a:avLst/>
              <a:gdLst/>
              <a:ahLst/>
              <a:cxnLst/>
              <a:rect l="l" t="t" r="r" b="b"/>
              <a:pathLst>
                <a:path w="194944" h="128269">
                  <a:moveTo>
                    <a:pt x="194741" y="115023"/>
                  </a:moveTo>
                  <a:lnTo>
                    <a:pt x="191008" y="111290"/>
                  </a:lnTo>
                  <a:lnTo>
                    <a:pt x="3733" y="111290"/>
                  </a:lnTo>
                  <a:lnTo>
                    <a:pt x="0" y="115023"/>
                  </a:lnTo>
                  <a:lnTo>
                    <a:pt x="0" y="124244"/>
                  </a:lnTo>
                  <a:lnTo>
                    <a:pt x="3733" y="127977"/>
                  </a:lnTo>
                  <a:lnTo>
                    <a:pt x="191008" y="127977"/>
                  </a:lnTo>
                  <a:lnTo>
                    <a:pt x="194741" y="124244"/>
                  </a:lnTo>
                  <a:lnTo>
                    <a:pt x="194741" y="119634"/>
                  </a:lnTo>
                  <a:lnTo>
                    <a:pt x="194741" y="115023"/>
                  </a:lnTo>
                  <a:close/>
                </a:path>
                <a:path w="194944" h="128269">
                  <a:moveTo>
                    <a:pt x="194741" y="59385"/>
                  </a:moveTo>
                  <a:lnTo>
                    <a:pt x="191008" y="55651"/>
                  </a:lnTo>
                  <a:lnTo>
                    <a:pt x="3733" y="55651"/>
                  </a:lnTo>
                  <a:lnTo>
                    <a:pt x="0" y="59385"/>
                  </a:lnTo>
                  <a:lnTo>
                    <a:pt x="0" y="68605"/>
                  </a:lnTo>
                  <a:lnTo>
                    <a:pt x="3733" y="72339"/>
                  </a:lnTo>
                  <a:lnTo>
                    <a:pt x="191008" y="72339"/>
                  </a:lnTo>
                  <a:lnTo>
                    <a:pt x="194741" y="68605"/>
                  </a:lnTo>
                  <a:lnTo>
                    <a:pt x="194741" y="63995"/>
                  </a:lnTo>
                  <a:lnTo>
                    <a:pt x="194741" y="59385"/>
                  </a:lnTo>
                  <a:close/>
                </a:path>
                <a:path w="194944" h="128269">
                  <a:moveTo>
                    <a:pt x="194741" y="3746"/>
                  </a:moveTo>
                  <a:lnTo>
                    <a:pt x="191008" y="0"/>
                  </a:lnTo>
                  <a:lnTo>
                    <a:pt x="3733" y="0"/>
                  </a:lnTo>
                  <a:lnTo>
                    <a:pt x="0" y="3746"/>
                  </a:lnTo>
                  <a:lnTo>
                    <a:pt x="0" y="12954"/>
                  </a:lnTo>
                  <a:lnTo>
                    <a:pt x="3733" y="16700"/>
                  </a:lnTo>
                  <a:lnTo>
                    <a:pt x="191008" y="16700"/>
                  </a:lnTo>
                  <a:lnTo>
                    <a:pt x="194741" y="12954"/>
                  </a:lnTo>
                  <a:lnTo>
                    <a:pt x="194741" y="8343"/>
                  </a:lnTo>
                  <a:lnTo>
                    <a:pt x="194741" y="3746"/>
                  </a:lnTo>
                  <a:close/>
                </a:path>
              </a:pathLst>
            </a:custGeom>
            <a:solidFill>
              <a:srgbClr val="73737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5" name="object 5"/>
          <p:cNvGrpSpPr/>
          <p:nvPr/>
        </p:nvGrpSpPr>
        <p:grpSpPr>
          <a:xfrm>
            <a:off x="16911866" y="1054007"/>
            <a:ext cx="342900" cy="342900"/>
            <a:chOff x="16911866" y="1054007"/>
            <a:chExt cx="342900" cy="342900"/>
          </a:xfrm>
        </p:grpSpPr>
        <p:sp>
          <p:nvSpPr>
            <p:cNvPr id="6" name="object 6"/>
            <p:cNvSpPr/>
            <p:nvPr/>
          </p:nvSpPr>
          <p:spPr>
            <a:xfrm>
              <a:off x="16911866" y="1054007"/>
              <a:ext cx="342900" cy="342900"/>
            </a:xfrm>
            <a:custGeom>
              <a:avLst/>
              <a:gdLst/>
              <a:ahLst/>
              <a:cxnLst/>
              <a:rect l="l" t="t" r="r" b="b"/>
              <a:pathLst>
                <a:path w="342900" h="342900">
                  <a:moveTo>
                    <a:pt x="206816" y="342899"/>
                  </a:moveTo>
                  <a:lnTo>
                    <a:pt x="140525" y="342899"/>
                  </a:lnTo>
                  <a:lnTo>
                    <a:pt x="127556" y="341151"/>
                  </a:lnTo>
                  <a:lnTo>
                    <a:pt x="86083" y="323618"/>
                  </a:lnTo>
                  <a:lnTo>
                    <a:pt x="50920" y="296435"/>
                  </a:lnTo>
                  <a:lnTo>
                    <a:pt x="23737" y="261272"/>
                  </a:lnTo>
                  <a:lnTo>
                    <a:pt x="6204" y="219799"/>
                  </a:lnTo>
                  <a:lnTo>
                    <a:pt x="1049" y="181536"/>
                  </a:lnTo>
                  <a:lnTo>
                    <a:pt x="0" y="173623"/>
                  </a:lnTo>
                  <a:lnTo>
                    <a:pt x="6204" y="127570"/>
                  </a:lnTo>
                  <a:lnTo>
                    <a:pt x="23737" y="86097"/>
                  </a:lnTo>
                  <a:lnTo>
                    <a:pt x="50920" y="50934"/>
                  </a:lnTo>
                  <a:lnTo>
                    <a:pt x="86083" y="23751"/>
                  </a:lnTo>
                  <a:lnTo>
                    <a:pt x="127556" y="6218"/>
                  </a:lnTo>
                  <a:lnTo>
                    <a:pt x="173671" y="0"/>
                  </a:lnTo>
                  <a:lnTo>
                    <a:pt x="219785" y="6218"/>
                  </a:lnTo>
                  <a:lnTo>
                    <a:pt x="261258" y="23751"/>
                  </a:lnTo>
                  <a:lnTo>
                    <a:pt x="296421" y="50934"/>
                  </a:lnTo>
                  <a:lnTo>
                    <a:pt x="314155" y="73875"/>
                  </a:lnTo>
                  <a:lnTo>
                    <a:pt x="152033" y="73875"/>
                  </a:lnTo>
                  <a:lnTo>
                    <a:pt x="122613" y="79606"/>
                  </a:lnTo>
                  <a:lnTo>
                    <a:pt x="96787" y="96801"/>
                  </a:lnTo>
                  <a:lnTo>
                    <a:pt x="79592" y="122644"/>
                  </a:lnTo>
                  <a:lnTo>
                    <a:pt x="73861" y="152090"/>
                  </a:lnTo>
                  <a:lnTo>
                    <a:pt x="79592" y="181536"/>
                  </a:lnTo>
                  <a:lnTo>
                    <a:pt x="108999" y="217409"/>
                  </a:lnTo>
                  <a:lnTo>
                    <a:pt x="152018" y="230305"/>
                  </a:lnTo>
                  <a:lnTo>
                    <a:pt x="213965" y="230305"/>
                  </a:lnTo>
                  <a:lnTo>
                    <a:pt x="245807" y="262147"/>
                  </a:lnTo>
                  <a:lnTo>
                    <a:pt x="248007" y="264463"/>
                  </a:lnTo>
                  <a:lnTo>
                    <a:pt x="251017" y="265621"/>
                  </a:lnTo>
                  <a:lnTo>
                    <a:pt x="320242" y="265621"/>
                  </a:lnTo>
                  <a:lnTo>
                    <a:pt x="296421" y="296435"/>
                  </a:lnTo>
                  <a:lnTo>
                    <a:pt x="261258" y="323618"/>
                  </a:lnTo>
                  <a:lnTo>
                    <a:pt x="219785" y="341151"/>
                  </a:lnTo>
                  <a:lnTo>
                    <a:pt x="206816" y="342899"/>
                  </a:lnTo>
                  <a:close/>
                </a:path>
                <a:path w="342900" h="342900">
                  <a:moveTo>
                    <a:pt x="320242" y="265621"/>
                  </a:moveTo>
                  <a:lnTo>
                    <a:pt x="256922" y="265621"/>
                  </a:lnTo>
                  <a:lnTo>
                    <a:pt x="259933" y="264463"/>
                  </a:lnTo>
                  <a:lnTo>
                    <a:pt x="262133" y="262147"/>
                  </a:lnTo>
                  <a:lnTo>
                    <a:pt x="266649" y="257631"/>
                  </a:lnTo>
                  <a:lnTo>
                    <a:pt x="266649" y="250336"/>
                  </a:lnTo>
                  <a:lnTo>
                    <a:pt x="214891" y="198579"/>
                  </a:lnTo>
                  <a:lnTo>
                    <a:pt x="227197" y="173623"/>
                  </a:lnTo>
                  <a:lnTo>
                    <a:pt x="223456" y="120064"/>
                  </a:lnTo>
                  <a:lnTo>
                    <a:pt x="181474" y="79606"/>
                  </a:lnTo>
                  <a:lnTo>
                    <a:pt x="152033" y="73875"/>
                  </a:lnTo>
                  <a:lnTo>
                    <a:pt x="314155" y="73875"/>
                  </a:lnTo>
                  <a:lnTo>
                    <a:pt x="323604" y="86097"/>
                  </a:lnTo>
                  <a:lnTo>
                    <a:pt x="341137" y="127570"/>
                  </a:lnTo>
                  <a:lnTo>
                    <a:pt x="342891" y="140581"/>
                  </a:lnTo>
                  <a:lnTo>
                    <a:pt x="342811" y="207379"/>
                  </a:lnTo>
                  <a:lnTo>
                    <a:pt x="341137" y="219799"/>
                  </a:lnTo>
                  <a:lnTo>
                    <a:pt x="323604" y="261272"/>
                  </a:lnTo>
                  <a:lnTo>
                    <a:pt x="320242" y="265621"/>
                  </a:lnTo>
                  <a:close/>
                </a:path>
                <a:path w="342900" h="342900">
                  <a:moveTo>
                    <a:pt x="213965" y="230305"/>
                  </a:moveTo>
                  <a:lnTo>
                    <a:pt x="152018" y="230305"/>
                  </a:lnTo>
                  <a:lnTo>
                    <a:pt x="164290" y="229332"/>
                  </a:lnTo>
                  <a:lnTo>
                    <a:pt x="176290" y="226426"/>
                  </a:lnTo>
                  <a:lnTo>
                    <a:pt x="187791" y="221610"/>
                  </a:lnTo>
                  <a:lnTo>
                    <a:pt x="198565" y="214905"/>
                  </a:lnTo>
                  <a:lnTo>
                    <a:pt x="213965" y="230305"/>
                  </a:lnTo>
                  <a:close/>
                </a:path>
              </a:pathLst>
            </a:custGeom>
            <a:solidFill>
              <a:srgbClr val="A6182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7" name="object 7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7008914" y="1151040"/>
              <a:ext cx="110057" cy="110085"/>
            </a:xfrm>
            <a:prstGeom prst="rect">
              <a:avLst/>
            </a:prstGeom>
          </p:spPr>
        </p:pic>
      </p:grpSp>
      <p:sp>
        <p:nvSpPr>
          <p:cNvPr id="8" name="object 8"/>
          <p:cNvSpPr/>
          <p:nvPr/>
        </p:nvSpPr>
        <p:spPr>
          <a:xfrm>
            <a:off x="12140565" y="2803641"/>
            <a:ext cx="1035685" cy="114935"/>
          </a:xfrm>
          <a:custGeom>
            <a:avLst/>
            <a:gdLst/>
            <a:ahLst/>
            <a:cxnLst/>
            <a:rect l="l" t="t" r="r" b="b"/>
            <a:pathLst>
              <a:path w="1035684" h="114935">
                <a:moveTo>
                  <a:pt x="978286" y="114873"/>
                </a:moveTo>
                <a:lnTo>
                  <a:pt x="57149" y="114873"/>
                </a:lnTo>
                <a:lnTo>
                  <a:pt x="34904" y="110382"/>
                </a:lnTo>
                <a:lnTo>
                  <a:pt x="16738" y="98134"/>
                </a:lnTo>
                <a:lnTo>
                  <a:pt x="4491" y="79968"/>
                </a:lnTo>
                <a:lnTo>
                  <a:pt x="0" y="57723"/>
                </a:lnTo>
                <a:lnTo>
                  <a:pt x="0" y="57150"/>
                </a:lnTo>
                <a:lnTo>
                  <a:pt x="4491" y="34904"/>
                </a:lnTo>
                <a:lnTo>
                  <a:pt x="16738" y="16738"/>
                </a:lnTo>
                <a:lnTo>
                  <a:pt x="34904" y="4491"/>
                </a:lnTo>
                <a:lnTo>
                  <a:pt x="57149" y="0"/>
                </a:lnTo>
                <a:lnTo>
                  <a:pt x="978286" y="0"/>
                </a:lnTo>
                <a:lnTo>
                  <a:pt x="1000532" y="4491"/>
                </a:lnTo>
                <a:lnTo>
                  <a:pt x="1018697" y="16738"/>
                </a:lnTo>
                <a:lnTo>
                  <a:pt x="1030945" y="34904"/>
                </a:lnTo>
                <a:lnTo>
                  <a:pt x="1035436" y="57150"/>
                </a:lnTo>
                <a:lnTo>
                  <a:pt x="1035436" y="57723"/>
                </a:lnTo>
                <a:lnTo>
                  <a:pt x="1030945" y="79968"/>
                </a:lnTo>
                <a:lnTo>
                  <a:pt x="1018697" y="98134"/>
                </a:lnTo>
                <a:lnTo>
                  <a:pt x="1000532" y="110382"/>
                </a:lnTo>
                <a:lnTo>
                  <a:pt x="978286" y="114873"/>
                </a:lnTo>
                <a:close/>
              </a:path>
            </a:pathLst>
          </a:custGeom>
          <a:solidFill>
            <a:srgbClr val="A6182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13323247" y="2803641"/>
            <a:ext cx="1035685" cy="114935"/>
          </a:xfrm>
          <a:custGeom>
            <a:avLst/>
            <a:gdLst/>
            <a:ahLst/>
            <a:cxnLst/>
            <a:rect l="l" t="t" r="r" b="b"/>
            <a:pathLst>
              <a:path w="1035684" h="114935">
                <a:moveTo>
                  <a:pt x="978286" y="114873"/>
                </a:moveTo>
                <a:lnTo>
                  <a:pt x="57149" y="114873"/>
                </a:lnTo>
                <a:lnTo>
                  <a:pt x="34905" y="110382"/>
                </a:lnTo>
                <a:lnTo>
                  <a:pt x="16739" y="98134"/>
                </a:lnTo>
                <a:lnTo>
                  <a:pt x="4491" y="79968"/>
                </a:lnTo>
                <a:lnTo>
                  <a:pt x="0" y="57723"/>
                </a:lnTo>
                <a:lnTo>
                  <a:pt x="0" y="57150"/>
                </a:lnTo>
                <a:lnTo>
                  <a:pt x="4491" y="34904"/>
                </a:lnTo>
                <a:lnTo>
                  <a:pt x="16739" y="16738"/>
                </a:lnTo>
                <a:lnTo>
                  <a:pt x="34905" y="4491"/>
                </a:lnTo>
                <a:lnTo>
                  <a:pt x="57149" y="0"/>
                </a:lnTo>
                <a:lnTo>
                  <a:pt x="978286" y="0"/>
                </a:lnTo>
                <a:lnTo>
                  <a:pt x="1000532" y="4491"/>
                </a:lnTo>
                <a:lnTo>
                  <a:pt x="1018697" y="16738"/>
                </a:lnTo>
                <a:lnTo>
                  <a:pt x="1030945" y="34904"/>
                </a:lnTo>
                <a:lnTo>
                  <a:pt x="1035436" y="57150"/>
                </a:lnTo>
                <a:lnTo>
                  <a:pt x="1035436" y="57723"/>
                </a:lnTo>
                <a:lnTo>
                  <a:pt x="1030945" y="79968"/>
                </a:lnTo>
                <a:lnTo>
                  <a:pt x="1018697" y="98134"/>
                </a:lnTo>
                <a:lnTo>
                  <a:pt x="1000532" y="110382"/>
                </a:lnTo>
                <a:lnTo>
                  <a:pt x="978286" y="114873"/>
                </a:lnTo>
                <a:close/>
              </a:path>
            </a:pathLst>
          </a:custGeom>
          <a:solidFill>
            <a:srgbClr val="A6182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 txBox="1"/>
          <p:nvPr/>
        </p:nvSpPr>
        <p:spPr>
          <a:xfrm>
            <a:off x="12127865" y="2911335"/>
            <a:ext cx="2645410" cy="3235325"/>
          </a:xfrm>
          <a:prstGeom prst="rect">
            <a:avLst/>
          </a:prstGeom>
        </p:spPr>
        <p:txBody>
          <a:bodyPr vert="horz" wrap="square" lIns="0" tIns="64769" rIns="0" bIns="0" rtlCol="0">
            <a:spAutoFit/>
          </a:bodyPr>
          <a:lstStyle/>
          <a:p>
            <a:pPr marL="12700" marR="5080">
              <a:lnSpc>
                <a:spcPts val="8320"/>
              </a:lnSpc>
              <a:spcBef>
                <a:spcPts val="509"/>
              </a:spcBef>
            </a:pPr>
            <a:r>
              <a:rPr sz="7150" b="1" spc="565" dirty="0">
                <a:latin typeface="Trebuchet MS"/>
                <a:cs typeface="Trebuchet MS"/>
              </a:rPr>
              <a:t>MEET </a:t>
            </a:r>
            <a:r>
              <a:rPr sz="7150" b="1" spc="325" dirty="0">
                <a:latin typeface="Trebuchet MS"/>
                <a:cs typeface="Trebuchet MS"/>
              </a:rPr>
              <a:t>OUR </a:t>
            </a:r>
            <a:r>
              <a:rPr sz="7150" b="1" spc="535" dirty="0">
                <a:latin typeface="Trebuchet MS"/>
                <a:cs typeface="Trebuchet MS"/>
              </a:rPr>
              <a:t>TEAM</a:t>
            </a:r>
            <a:endParaRPr sz="7150">
              <a:latin typeface="Trebuchet MS"/>
              <a:cs typeface="Trebuchet MS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1289678" y="2041042"/>
            <a:ext cx="2837180" cy="2437130"/>
          </a:xfrm>
          <a:custGeom>
            <a:avLst/>
            <a:gdLst/>
            <a:ahLst/>
            <a:cxnLst/>
            <a:rect l="l" t="t" r="r" b="b"/>
            <a:pathLst>
              <a:path w="2837179" h="2437129">
                <a:moveTo>
                  <a:pt x="2611669" y="2437010"/>
                </a:moveTo>
                <a:lnTo>
                  <a:pt x="228600" y="2437010"/>
                </a:lnTo>
                <a:lnTo>
                  <a:pt x="183794" y="2432585"/>
                </a:lnTo>
                <a:lnTo>
                  <a:pt x="141119" y="2419617"/>
                </a:lnTo>
                <a:lnTo>
                  <a:pt x="101772" y="2398608"/>
                </a:lnTo>
                <a:lnTo>
                  <a:pt x="66955" y="2370053"/>
                </a:lnTo>
                <a:lnTo>
                  <a:pt x="38408" y="2335243"/>
                </a:lnTo>
                <a:lnTo>
                  <a:pt x="17401" y="2295899"/>
                </a:lnTo>
                <a:lnTo>
                  <a:pt x="4433" y="2253223"/>
                </a:lnTo>
                <a:lnTo>
                  <a:pt x="0" y="2208418"/>
                </a:lnTo>
                <a:lnTo>
                  <a:pt x="0" y="228599"/>
                </a:lnTo>
                <a:lnTo>
                  <a:pt x="4433" y="183793"/>
                </a:lnTo>
                <a:lnTo>
                  <a:pt x="17401" y="141118"/>
                </a:lnTo>
                <a:lnTo>
                  <a:pt x="38408" y="101772"/>
                </a:lnTo>
                <a:lnTo>
                  <a:pt x="66955" y="66954"/>
                </a:lnTo>
                <a:lnTo>
                  <a:pt x="101772" y="38406"/>
                </a:lnTo>
                <a:lnTo>
                  <a:pt x="141119" y="17400"/>
                </a:lnTo>
                <a:lnTo>
                  <a:pt x="183794" y="4432"/>
                </a:lnTo>
                <a:lnTo>
                  <a:pt x="228600" y="0"/>
                </a:lnTo>
                <a:lnTo>
                  <a:pt x="2611669" y="0"/>
                </a:lnTo>
                <a:lnTo>
                  <a:pt x="2656475" y="4432"/>
                </a:lnTo>
                <a:lnTo>
                  <a:pt x="2699151" y="17400"/>
                </a:lnTo>
                <a:lnTo>
                  <a:pt x="2738495" y="38406"/>
                </a:lnTo>
                <a:lnTo>
                  <a:pt x="2773305" y="66954"/>
                </a:lnTo>
                <a:lnTo>
                  <a:pt x="2801860" y="101772"/>
                </a:lnTo>
                <a:lnTo>
                  <a:pt x="2822869" y="141118"/>
                </a:lnTo>
                <a:lnTo>
                  <a:pt x="2835837" y="183793"/>
                </a:lnTo>
                <a:lnTo>
                  <a:pt x="2836833" y="193857"/>
                </a:lnTo>
                <a:lnTo>
                  <a:pt x="2836833" y="2243159"/>
                </a:lnTo>
                <a:lnTo>
                  <a:pt x="2822869" y="2295899"/>
                </a:lnTo>
                <a:lnTo>
                  <a:pt x="2801860" y="2335243"/>
                </a:lnTo>
                <a:lnTo>
                  <a:pt x="2773305" y="2370053"/>
                </a:lnTo>
                <a:lnTo>
                  <a:pt x="2738495" y="2398608"/>
                </a:lnTo>
                <a:lnTo>
                  <a:pt x="2699151" y="2419617"/>
                </a:lnTo>
                <a:lnTo>
                  <a:pt x="2656475" y="2432585"/>
                </a:lnTo>
                <a:lnTo>
                  <a:pt x="2611669" y="2437010"/>
                </a:lnTo>
                <a:close/>
              </a:path>
            </a:pathLst>
          </a:custGeom>
          <a:solidFill>
            <a:srgbClr val="ECEBE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1172571" y="1453397"/>
            <a:ext cx="1155700" cy="0"/>
          </a:xfrm>
          <a:custGeom>
            <a:avLst/>
            <a:gdLst/>
            <a:ahLst/>
            <a:cxnLst/>
            <a:rect l="l" t="t" r="r" b="b"/>
            <a:pathLst>
              <a:path w="1155700">
                <a:moveTo>
                  <a:pt x="0" y="0"/>
                </a:moveTo>
                <a:lnTo>
                  <a:pt x="1155525" y="0"/>
                </a:lnTo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13" name="object 13"/>
          <p:cNvGrpSpPr/>
          <p:nvPr/>
        </p:nvGrpSpPr>
        <p:grpSpPr>
          <a:xfrm>
            <a:off x="1370999" y="6109319"/>
            <a:ext cx="2804160" cy="2413000"/>
            <a:chOff x="1370999" y="6109319"/>
            <a:chExt cx="2804160" cy="2413000"/>
          </a:xfrm>
        </p:grpSpPr>
        <p:sp>
          <p:nvSpPr>
            <p:cNvPr id="14" name="object 14"/>
            <p:cNvSpPr/>
            <p:nvPr/>
          </p:nvSpPr>
          <p:spPr>
            <a:xfrm>
              <a:off x="1370999" y="6109319"/>
              <a:ext cx="2804160" cy="2413000"/>
            </a:xfrm>
            <a:custGeom>
              <a:avLst/>
              <a:gdLst/>
              <a:ahLst/>
              <a:cxnLst/>
              <a:rect l="l" t="t" r="r" b="b"/>
              <a:pathLst>
                <a:path w="2804160" h="2413000">
                  <a:moveTo>
                    <a:pt x="2575550" y="2412461"/>
                  </a:moveTo>
                  <a:lnTo>
                    <a:pt x="228599" y="2412461"/>
                  </a:lnTo>
                  <a:lnTo>
                    <a:pt x="183794" y="2408028"/>
                  </a:lnTo>
                  <a:lnTo>
                    <a:pt x="141118" y="2395061"/>
                  </a:lnTo>
                  <a:lnTo>
                    <a:pt x="101772" y="2374052"/>
                  </a:lnTo>
                  <a:lnTo>
                    <a:pt x="66955" y="2345496"/>
                  </a:lnTo>
                  <a:lnTo>
                    <a:pt x="38407" y="2310687"/>
                  </a:lnTo>
                  <a:lnTo>
                    <a:pt x="17401" y="2271342"/>
                  </a:lnTo>
                  <a:lnTo>
                    <a:pt x="4433" y="2228666"/>
                  </a:lnTo>
                  <a:lnTo>
                    <a:pt x="0" y="2183861"/>
                  </a:lnTo>
                  <a:lnTo>
                    <a:pt x="0" y="228599"/>
                  </a:lnTo>
                  <a:lnTo>
                    <a:pt x="4433" y="183799"/>
                  </a:lnTo>
                  <a:lnTo>
                    <a:pt x="17401" y="141130"/>
                  </a:lnTo>
                  <a:lnTo>
                    <a:pt x="38407" y="101787"/>
                  </a:lnTo>
                  <a:lnTo>
                    <a:pt x="66955" y="66964"/>
                  </a:lnTo>
                  <a:lnTo>
                    <a:pt x="101772" y="38421"/>
                  </a:lnTo>
                  <a:lnTo>
                    <a:pt x="141118" y="17411"/>
                  </a:lnTo>
                  <a:lnTo>
                    <a:pt x="183794" y="4436"/>
                  </a:lnTo>
                  <a:lnTo>
                    <a:pt x="228599" y="0"/>
                  </a:lnTo>
                  <a:lnTo>
                    <a:pt x="2575550" y="0"/>
                  </a:lnTo>
                  <a:lnTo>
                    <a:pt x="2620351" y="4436"/>
                  </a:lnTo>
                  <a:lnTo>
                    <a:pt x="2663020" y="17411"/>
                  </a:lnTo>
                  <a:lnTo>
                    <a:pt x="2702363" y="38421"/>
                  </a:lnTo>
                  <a:lnTo>
                    <a:pt x="2737186" y="66964"/>
                  </a:lnTo>
                  <a:lnTo>
                    <a:pt x="2765728" y="101787"/>
                  </a:lnTo>
                  <a:lnTo>
                    <a:pt x="2786739" y="141130"/>
                  </a:lnTo>
                  <a:lnTo>
                    <a:pt x="2799714" y="183799"/>
                  </a:lnTo>
                  <a:lnTo>
                    <a:pt x="2804150" y="228599"/>
                  </a:lnTo>
                  <a:lnTo>
                    <a:pt x="2804150" y="2183861"/>
                  </a:lnTo>
                  <a:lnTo>
                    <a:pt x="2799714" y="2228666"/>
                  </a:lnTo>
                  <a:lnTo>
                    <a:pt x="2786739" y="2271342"/>
                  </a:lnTo>
                  <a:lnTo>
                    <a:pt x="2765728" y="2310687"/>
                  </a:lnTo>
                  <a:lnTo>
                    <a:pt x="2737186" y="2345496"/>
                  </a:lnTo>
                  <a:lnTo>
                    <a:pt x="2702363" y="2374052"/>
                  </a:lnTo>
                  <a:lnTo>
                    <a:pt x="2663020" y="2395061"/>
                  </a:lnTo>
                  <a:lnTo>
                    <a:pt x="2620351" y="2408028"/>
                  </a:lnTo>
                  <a:lnTo>
                    <a:pt x="2575550" y="2412461"/>
                  </a:lnTo>
                  <a:close/>
                </a:path>
              </a:pathLst>
            </a:custGeom>
            <a:solidFill>
              <a:srgbClr val="A6182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5" name="object 1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759457" y="6301953"/>
              <a:ext cx="2028824" cy="2028824"/>
            </a:xfrm>
            <a:prstGeom prst="rect">
              <a:avLst/>
            </a:prstGeom>
          </p:spPr>
        </p:pic>
      </p:grpSp>
      <p:grpSp>
        <p:nvGrpSpPr>
          <p:cNvPr id="16" name="object 16"/>
          <p:cNvGrpSpPr/>
          <p:nvPr/>
        </p:nvGrpSpPr>
        <p:grpSpPr>
          <a:xfrm>
            <a:off x="5750156" y="6319934"/>
            <a:ext cx="1857375" cy="2372360"/>
            <a:chOff x="5750156" y="6319934"/>
            <a:chExt cx="1857375" cy="2372360"/>
          </a:xfrm>
        </p:grpSpPr>
        <p:sp>
          <p:nvSpPr>
            <p:cNvPr id="17" name="object 17"/>
            <p:cNvSpPr/>
            <p:nvPr/>
          </p:nvSpPr>
          <p:spPr>
            <a:xfrm>
              <a:off x="5750156" y="6319934"/>
              <a:ext cx="1857375" cy="2372360"/>
            </a:xfrm>
            <a:custGeom>
              <a:avLst/>
              <a:gdLst/>
              <a:ahLst/>
              <a:cxnLst/>
              <a:rect l="l" t="t" r="r" b="b"/>
              <a:pathLst>
                <a:path w="1857375" h="2372359">
                  <a:moveTo>
                    <a:pt x="1654517" y="2372256"/>
                  </a:moveTo>
                  <a:lnTo>
                    <a:pt x="202664" y="2372256"/>
                  </a:lnTo>
                  <a:lnTo>
                    <a:pt x="183786" y="2370388"/>
                  </a:lnTo>
                  <a:lnTo>
                    <a:pt x="141117" y="2357420"/>
                  </a:lnTo>
                  <a:lnTo>
                    <a:pt x="101774" y="2336411"/>
                  </a:lnTo>
                  <a:lnTo>
                    <a:pt x="66951" y="2307856"/>
                  </a:lnTo>
                  <a:lnTo>
                    <a:pt x="38409" y="2273046"/>
                  </a:lnTo>
                  <a:lnTo>
                    <a:pt x="17398" y="2233702"/>
                  </a:lnTo>
                  <a:lnTo>
                    <a:pt x="4423" y="2191026"/>
                  </a:lnTo>
                  <a:lnTo>
                    <a:pt x="0" y="2146220"/>
                  </a:lnTo>
                  <a:lnTo>
                    <a:pt x="0" y="228602"/>
                  </a:lnTo>
                  <a:lnTo>
                    <a:pt x="4423" y="183797"/>
                  </a:lnTo>
                  <a:lnTo>
                    <a:pt x="17398" y="141120"/>
                  </a:lnTo>
                  <a:lnTo>
                    <a:pt x="38409" y="101776"/>
                  </a:lnTo>
                  <a:lnTo>
                    <a:pt x="66951" y="66966"/>
                  </a:lnTo>
                  <a:lnTo>
                    <a:pt x="101774" y="38411"/>
                  </a:lnTo>
                  <a:lnTo>
                    <a:pt x="141117" y="17402"/>
                  </a:lnTo>
                  <a:lnTo>
                    <a:pt x="183786" y="4434"/>
                  </a:lnTo>
                  <a:lnTo>
                    <a:pt x="228587" y="0"/>
                  </a:lnTo>
                  <a:lnTo>
                    <a:pt x="1628594" y="0"/>
                  </a:lnTo>
                  <a:lnTo>
                    <a:pt x="1673395" y="4434"/>
                  </a:lnTo>
                  <a:lnTo>
                    <a:pt x="1716064" y="17402"/>
                  </a:lnTo>
                  <a:lnTo>
                    <a:pt x="1755407" y="38411"/>
                  </a:lnTo>
                  <a:lnTo>
                    <a:pt x="1790229" y="66966"/>
                  </a:lnTo>
                  <a:lnTo>
                    <a:pt x="1818772" y="101776"/>
                  </a:lnTo>
                  <a:lnTo>
                    <a:pt x="1839782" y="141120"/>
                  </a:lnTo>
                  <a:lnTo>
                    <a:pt x="1852757" y="183797"/>
                  </a:lnTo>
                  <a:lnTo>
                    <a:pt x="1857179" y="228602"/>
                  </a:lnTo>
                  <a:lnTo>
                    <a:pt x="1857179" y="2146220"/>
                  </a:lnTo>
                  <a:lnTo>
                    <a:pt x="1852757" y="2191026"/>
                  </a:lnTo>
                  <a:lnTo>
                    <a:pt x="1839782" y="2233702"/>
                  </a:lnTo>
                  <a:lnTo>
                    <a:pt x="1818772" y="2273046"/>
                  </a:lnTo>
                  <a:lnTo>
                    <a:pt x="1790229" y="2307856"/>
                  </a:lnTo>
                  <a:lnTo>
                    <a:pt x="1755407" y="2336411"/>
                  </a:lnTo>
                  <a:lnTo>
                    <a:pt x="1716064" y="2357420"/>
                  </a:lnTo>
                  <a:lnTo>
                    <a:pt x="1673395" y="2370388"/>
                  </a:lnTo>
                  <a:lnTo>
                    <a:pt x="1654517" y="2372256"/>
                  </a:lnTo>
                  <a:close/>
                </a:path>
              </a:pathLst>
            </a:custGeom>
            <a:solidFill>
              <a:srgbClr val="A6182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8" name="object 18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6038941" y="6569506"/>
              <a:ext cx="1352549" cy="1809749"/>
            </a:xfrm>
            <a:prstGeom prst="rect">
              <a:avLst/>
            </a:prstGeom>
          </p:spPr>
        </p:pic>
      </p:grpSp>
      <p:sp>
        <p:nvSpPr>
          <p:cNvPr id="19" name="object 19"/>
          <p:cNvSpPr txBox="1"/>
          <p:nvPr/>
        </p:nvSpPr>
        <p:spPr>
          <a:xfrm>
            <a:off x="2388701" y="4667747"/>
            <a:ext cx="593090" cy="47244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2900" spc="50" dirty="0">
                <a:latin typeface="Tahoma"/>
                <a:cs typeface="Tahoma"/>
              </a:rPr>
              <a:t>Kat</a:t>
            </a:r>
            <a:endParaRPr sz="2900">
              <a:latin typeface="Tahoma"/>
              <a:cs typeface="Tahoma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6267287" y="4758437"/>
            <a:ext cx="1209675" cy="47244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2900" spc="-10" dirty="0">
                <a:latin typeface="Lucida Sans"/>
                <a:cs typeface="Lucida Sans"/>
              </a:rPr>
              <a:t>Jayden</a:t>
            </a:r>
            <a:endParaRPr sz="2900">
              <a:latin typeface="Lucida Sans"/>
              <a:cs typeface="Lucida Sans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6349642" y="8631826"/>
            <a:ext cx="675005" cy="47244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2900" spc="-25" dirty="0">
                <a:latin typeface="Lucida Sans"/>
                <a:cs typeface="Lucida Sans"/>
              </a:rPr>
              <a:t>Mia</a:t>
            </a:r>
            <a:endParaRPr sz="2900">
              <a:latin typeface="Lucida Sans"/>
              <a:cs typeface="Lucida Sans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4347070" y="1031847"/>
            <a:ext cx="1523365" cy="330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spc="-10" dirty="0">
                <a:latin typeface="Lucida Sans"/>
                <a:cs typeface="Lucida Sans"/>
              </a:rPr>
              <a:t>Marketplace</a:t>
            </a:r>
            <a:endParaRPr sz="2000">
              <a:latin typeface="Lucida Sans"/>
              <a:cs typeface="Lucida Sans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1478466" y="1006536"/>
            <a:ext cx="680085" cy="330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spc="-35" dirty="0">
                <a:solidFill>
                  <a:srgbClr val="0F0E0D"/>
                </a:solidFill>
                <a:latin typeface="Lucida Sans"/>
                <a:cs typeface="Lucida Sans"/>
              </a:rPr>
              <a:t>Login</a:t>
            </a:r>
            <a:endParaRPr sz="2000">
              <a:latin typeface="Lucida Sans"/>
              <a:cs typeface="Lucida Sans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2865740" y="1031847"/>
            <a:ext cx="1135380" cy="330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spc="-10" dirty="0">
                <a:latin typeface="Lucida Sans"/>
                <a:cs typeface="Lucida Sans"/>
              </a:rPr>
              <a:t>Welcome</a:t>
            </a:r>
            <a:endParaRPr sz="2000">
              <a:latin typeface="Lucida Sans"/>
              <a:cs typeface="Lucida Sans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6142029" y="1031847"/>
            <a:ext cx="1362710" cy="330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dirty="0">
                <a:latin typeface="Lucida Sans"/>
                <a:cs typeface="Lucida Sans"/>
              </a:rPr>
              <a:t>My</a:t>
            </a:r>
            <a:r>
              <a:rPr sz="2000" spc="-55" dirty="0">
                <a:latin typeface="Lucida Sans"/>
                <a:cs typeface="Lucida Sans"/>
              </a:rPr>
              <a:t> </a:t>
            </a:r>
            <a:r>
              <a:rPr sz="2000" spc="-40" dirty="0">
                <a:latin typeface="Lucida Sans"/>
                <a:cs typeface="Lucida Sans"/>
              </a:rPr>
              <a:t>Listings</a:t>
            </a:r>
            <a:endParaRPr sz="2000">
              <a:latin typeface="Lucida Sans"/>
              <a:cs typeface="Lucida Sans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9700165" y="1031847"/>
            <a:ext cx="748665" cy="330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spc="-30" dirty="0">
                <a:latin typeface="Lucida Sans"/>
                <a:cs typeface="Lucida Sans"/>
              </a:rPr>
              <a:t>Figma</a:t>
            </a:r>
            <a:endParaRPr sz="2000">
              <a:latin typeface="Lucida Sans"/>
              <a:cs typeface="Lucida Sans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7899286" y="1031847"/>
            <a:ext cx="1461135" cy="330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dirty="0">
                <a:latin typeface="Lucida Sans"/>
                <a:cs typeface="Lucida Sans"/>
              </a:rPr>
              <a:t>My</a:t>
            </a:r>
            <a:r>
              <a:rPr sz="2000" spc="-55" dirty="0">
                <a:latin typeface="Lucida Sans"/>
                <a:cs typeface="Lucida Sans"/>
              </a:rPr>
              <a:t> </a:t>
            </a:r>
            <a:r>
              <a:rPr sz="2000" spc="-10" dirty="0">
                <a:latin typeface="Lucida Sans"/>
                <a:cs typeface="Lucida Sans"/>
              </a:rPr>
              <a:t>Shortlist</a:t>
            </a:r>
            <a:endParaRPr sz="2000">
              <a:latin typeface="Lucida Sans"/>
              <a:cs typeface="Lucida Sans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2380278" y="8540672"/>
            <a:ext cx="609600" cy="47244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2900" spc="-25" dirty="0">
                <a:latin typeface="Lucida Sans"/>
                <a:cs typeface="Lucida Sans"/>
              </a:rPr>
              <a:t>Kat</a:t>
            </a:r>
            <a:endParaRPr sz="2900">
              <a:latin typeface="Lucida Sans"/>
              <a:cs typeface="Lucida Sans"/>
            </a:endParaRPr>
          </a:p>
        </p:txBody>
      </p:sp>
      <p:grpSp>
        <p:nvGrpSpPr>
          <p:cNvPr id="29" name="object 29"/>
          <p:cNvGrpSpPr/>
          <p:nvPr/>
        </p:nvGrpSpPr>
        <p:grpSpPr>
          <a:xfrm>
            <a:off x="1370999" y="2270872"/>
            <a:ext cx="2804160" cy="2413000"/>
            <a:chOff x="1370999" y="2270872"/>
            <a:chExt cx="2804160" cy="2413000"/>
          </a:xfrm>
        </p:grpSpPr>
        <p:sp>
          <p:nvSpPr>
            <p:cNvPr id="30" name="object 30"/>
            <p:cNvSpPr/>
            <p:nvPr/>
          </p:nvSpPr>
          <p:spPr>
            <a:xfrm>
              <a:off x="1370999" y="2270872"/>
              <a:ext cx="2804160" cy="2413000"/>
            </a:xfrm>
            <a:custGeom>
              <a:avLst/>
              <a:gdLst/>
              <a:ahLst/>
              <a:cxnLst/>
              <a:rect l="l" t="t" r="r" b="b"/>
              <a:pathLst>
                <a:path w="2804160" h="2413000">
                  <a:moveTo>
                    <a:pt x="2575550" y="2412440"/>
                  </a:moveTo>
                  <a:lnTo>
                    <a:pt x="228599" y="2412440"/>
                  </a:lnTo>
                  <a:lnTo>
                    <a:pt x="183794" y="2408008"/>
                  </a:lnTo>
                  <a:lnTo>
                    <a:pt x="141118" y="2395043"/>
                  </a:lnTo>
                  <a:lnTo>
                    <a:pt x="101772" y="2374043"/>
                  </a:lnTo>
                  <a:lnTo>
                    <a:pt x="66955" y="2345506"/>
                  </a:lnTo>
                  <a:lnTo>
                    <a:pt x="38407" y="2310678"/>
                  </a:lnTo>
                  <a:lnTo>
                    <a:pt x="17401" y="2271325"/>
                  </a:lnTo>
                  <a:lnTo>
                    <a:pt x="4433" y="2228645"/>
                  </a:lnTo>
                  <a:lnTo>
                    <a:pt x="0" y="2183840"/>
                  </a:lnTo>
                  <a:lnTo>
                    <a:pt x="0" y="228599"/>
                  </a:lnTo>
                  <a:lnTo>
                    <a:pt x="4433" y="183794"/>
                  </a:lnTo>
                  <a:lnTo>
                    <a:pt x="17401" y="141118"/>
                  </a:lnTo>
                  <a:lnTo>
                    <a:pt x="38407" y="101772"/>
                  </a:lnTo>
                  <a:lnTo>
                    <a:pt x="66955" y="66955"/>
                  </a:lnTo>
                  <a:lnTo>
                    <a:pt x="101772" y="38407"/>
                  </a:lnTo>
                  <a:lnTo>
                    <a:pt x="141118" y="17401"/>
                  </a:lnTo>
                  <a:lnTo>
                    <a:pt x="183794" y="4433"/>
                  </a:lnTo>
                  <a:lnTo>
                    <a:pt x="228599" y="0"/>
                  </a:lnTo>
                  <a:lnTo>
                    <a:pt x="2575550" y="0"/>
                  </a:lnTo>
                  <a:lnTo>
                    <a:pt x="2620351" y="4433"/>
                  </a:lnTo>
                  <a:lnTo>
                    <a:pt x="2663020" y="17401"/>
                  </a:lnTo>
                  <a:lnTo>
                    <a:pt x="2702363" y="38407"/>
                  </a:lnTo>
                  <a:lnTo>
                    <a:pt x="2737186" y="66955"/>
                  </a:lnTo>
                  <a:lnTo>
                    <a:pt x="2765728" y="101772"/>
                  </a:lnTo>
                  <a:lnTo>
                    <a:pt x="2786739" y="141118"/>
                  </a:lnTo>
                  <a:lnTo>
                    <a:pt x="2799714" y="183794"/>
                  </a:lnTo>
                  <a:lnTo>
                    <a:pt x="2804150" y="228599"/>
                  </a:lnTo>
                  <a:lnTo>
                    <a:pt x="2804150" y="2183840"/>
                  </a:lnTo>
                  <a:lnTo>
                    <a:pt x="2799714" y="2228645"/>
                  </a:lnTo>
                  <a:lnTo>
                    <a:pt x="2786739" y="2271325"/>
                  </a:lnTo>
                  <a:lnTo>
                    <a:pt x="2765728" y="2310678"/>
                  </a:lnTo>
                  <a:lnTo>
                    <a:pt x="2737186" y="2345506"/>
                  </a:lnTo>
                  <a:lnTo>
                    <a:pt x="2702363" y="2374043"/>
                  </a:lnTo>
                  <a:lnTo>
                    <a:pt x="2663020" y="2395043"/>
                  </a:lnTo>
                  <a:lnTo>
                    <a:pt x="2620351" y="2408008"/>
                  </a:lnTo>
                  <a:lnTo>
                    <a:pt x="2575550" y="2412440"/>
                  </a:lnTo>
                  <a:close/>
                </a:path>
              </a:pathLst>
            </a:custGeom>
            <a:solidFill>
              <a:srgbClr val="A6182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1" name="object 31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707206" y="2413147"/>
              <a:ext cx="2066924" cy="2066915"/>
            </a:xfrm>
            <a:prstGeom prst="rect">
              <a:avLst/>
            </a:prstGeom>
          </p:spPr>
        </p:pic>
      </p:grpSp>
      <p:grpSp>
        <p:nvGrpSpPr>
          <p:cNvPr id="32" name="object 32"/>
          <p:cNvGrpSpPr/>
          <p:nvPr/>
        </p:nvGrpSpPr>
        <p:grpSpPr>
          <a:xfrm>
            <a:off x="5470092" y="2270872"/>
            <a:ext cx="2804160" cy="2413000"/>
            <a:chOff x="5470092" y="2270872"/>
            <a:chExt cx="2804160" cy="2413000"/>
          </a:xfrm>
        </p:grpSpPr>
        <p:sp>
          <p:nvSpPr>
            <p:cNvPr id="33" name="object 33"/>
            <p:cNvSpPr/>
            <p:nvPr/>
          </p:nvSpPr>
          <p:spPr>
            <a:xfrm>
              <a:off x="5470092" y="2270872"/>
              <a:ext cx="2804160" cy="2413000"/>
            </a:xfrm>
            <a:custGeom>
              <a:avLst/>
              <a:gdLst/>
              <a:ahLst/>
              <a:cxnLst/>
              <a:rect l="l" t="t" r="r" b="b"/>
              <a:pathLst>
                <a:path w="2804159" h="2413000">
                  <a:moveTo>
                    <a:pt x="2575559" y="2412440"/>
                  </a:moveTo>
                  <a:lnTo>
                    <a:pt x="228599" y="2412440"/>
                  </a:lnTo>
                  <a:lnTo>
                    <a:pt x="183799" y="2408008"/>
                  </a:lnTo>
                  <a:lnTo>
                    <a:pt x="141130" y="2395043"/>
                  </a:lnTo>
                  <a:lnTo>
                    <a:pt x="101787" y="2374043"/>
                  </a:lnTo>
                  <a:lnTo>
                    <a:pt x="66964" y="2345506"/>
                  </a:lnTo>
                  <a:lnTo>
                    <a:pt x="38421" y="2310678"/>
                  </a:lnTo>
                  <a:lnTo>
                    <a:pt x="17411" y="2271325"/>
                  </a:lnTo>
                  <a:lnTo>
                    <a:pt x="4436" y="2228645"/>
                  </a:lnTo>
                  <a:lnTo>
                    <a:pt x="0" y="2183840"/>
                  </a:lnTo>
                  <a:lnTo>
                    <a:pt x="0" y="228599"/>
                  </a:lnTo>
                  <a:lnTo>
                    <a:pt x="4436" y="183794"/>
                  </a:lnTo>
                  <a:lnTo>
                    <a:pt x="17411" y="141118"/>
                  </a:lnTo>
                  <a:lnTo>
                    <a:pt x="38421" y="101772"/>
                  </a:lnTo>
                  <a:lnTo>
                    <a:pt x="66964" y="66955"/>
                  </a:lnTo>
                  <a:lnTo>
                    <a:pt x="101787" y="38407"/>
                  </a:lnTo>
                  <a:lnTo>
                    <a:pt x="141130" y="17401"/>
                  </a:lnTo>
                  <a:lnTo>
                    <a:pt x="183799" y="4433"/>
                  </a:lnTo>
                  <a:lnTo>
                    <a:pt x="228599" y="0"/>
                  </a:lnTo>
                  <a:lnTo>
                    <a:pt x="2575559" y="0"/>
                  </a:lnTo>
                  <a:lnTo>
                    <a:pt x="2620365" y="4433"/>
                  </a:lnTo>
                  <a:lnTo>
                    <a:pt x="2663041" y="17401"/>
                  </a:lnTo>
                  <a:lnTo>
                    <a:pt x="2702385" y="38407"/>
                  </a:lnTo>
                  <a:lnTo>
                    <a:pt x="2737195" y="66955"/>
                  </a:lnTo>
                  <a:lnTo>
                    <a:pt x="2765750" y="101772"/>
                  </a:lnTo>
                  <a:lnTo>
                    <a:pt x="2786759" y="141118"/>
                  </a:lnTo>
                  <a:lnTo>
                    <a:pt x="2799727" y="183794"/>
                  </a:lnTo>
                  <a:lnTo>
                    <a:pt x="2804159" y="228599"/>
                  </a:lnTo>
                  <a:lnTo>
                    <a:pt x="2804159" y="2183840"/>
                  </a:lnTo>
                  <a:lnTo>
                    <a:pt x="2799727" y="2228645"/>
                  </a:lnTo>
                  <a:lnTo>
                    <a:pt x="2786759" y="2271325"/>
                  </a:lnTo>
                  <a:lnTo>
                    <a:pt x="2765750" y="2310678"/>
                  </a:lnTo>
                  <a:lnTo>
                    <a:pt x="2737195" y="2345506"/>
                  </a:lnTo>
                  <a:lnTo>
                    <a:pt x="2702385" y="2374043"/>
                  </a:lnTo>
                  <a:lnTo>
                    <a:pt x="2663041" y="2395043"/>
                  </a:lnTo>
                  <a:lnTo>
                    <a:pt x="2620365" y="2408008"/>
                  </a:lnTo>
                  <a:lnTo>
                    <a:pt x="2575559" y="2412440"/>
                  </a:lnTo>
                  <a:close/>
                </a:path>
              </a:pathLst>
            </a:custGeom>
            <a:solidFill>
              <a:srgbClr val="A6182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4" name="object 34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5892301" y="2541086"/>
              <a:ext cx="1962149" cy="1962149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2760369" y="4585746"/>
            <a:ext cx="5059045" cy="112077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7150" b="1" spc="375" dirty="0">
                <a:latin typeface="Trebuchet MS"/>
                <a:cs typeface="Trebuchet MS"/>
              </a:rPr>
              <a:t>LIVE</a:t>
            </a:r>
            <a:r>
              <a:rPr sz="7150" b="1" spc="-90" dirty="0">
                <a:latin typeface="Trebuchet MS"/>
                <a:cs typeface="Trebuchet MS"/>
              </a:rPr>
              <a:t> </a:t>
            </a:r>
            <a:r>
              <a:rPr sz="7150" b="1" spc="580" dirty="0">
                <a:latin typeface="Trebuchet MS"/>
                <a:cs typeface="Trebuchet MS"/>
              </a:rPr>
              <a:t>DEMO</a:t>
            </a:r>
            <a:endParaRPr sz="7150">
              <a:latin typeface="Trebuchet MS"/>
              <a:cs typeface="Trebuchet MS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1289678" y="2041042"/>
            <a:ext cx="2837180" cy="2437130"/>
          </a:xfrm>
          <a:custGeom>
            <a:avLst/>
            <a:gdLst/>
            <a:ahLst/>
            <a:cxnLst/>
            <a:rect l="l" t="t" r="r" b="b"/>
            <a:pathLst>
              <a:path w="2837179" h="2437129">
                <a:moveTo>
                  <a:pt x="2611669" y="2437010"/>
                </a:moveTo>
                <a:lnTo>
                  <a:pt x="228600" y="2437010"/>
                </a:lnTo>
                <a:lnTo>
                  <a:pt x="183794" y="2432585"/>
                </a:lnTo>
                <a:lnTo>
                  <a:pt x="141119" y="2419617"/>
                </a:lnTo>
                <a:lnTo>
                  <a:pt x="101772" y="2398608"/>
                </a:lnTo>
                <a:lnTo>
                  <a:pt x="66955" y="2370053"/>
                </a:lnTo>
                <a:lnTo>
                  <a:pt x="38408" y="2335243"/>
                </a:lnTo>
                <a:lnTo>
                  <a:pt x="17401" y="2295899"/>
                </a:lnTo>
                <a:lnTo>
                  <a:pt x="4433" y="2253223"/>
                </a:lnTo>
                <a:lnTo>
                  <a:pt x="0" y="2208418"/>
                </a:lnTo>
                <a:lnTo>
                  <a:pt x="0" y="228599"/>
                </a:lnTo>
                <a:lnTo>
                  <a:pt x="4433" y="183793"/>
                </a:lnTo>
                <a:lnTo>
                  <a:pt x="17401" y="141118"/>
                </a:lnTo>
                <a:lnTo>
                  <a:pt x="38408" y="101772"/>
                </a:lnTo>
                <a:lnTo>
                  <a:pt x="66955" y="66954"/>
                </a:lnTo>
                <a:lnTo>
                  <a:pt x="101772" y="38406"/>
                </a:lnTo>
                <a:lnTo>
                  <a:pt x="141119" y="17400"/>
                </a:lnTo>
                <a:lnTo>
                  <a:pt x="183794" y="4432"/>
                </a:lnTo>
                <a:lnTo>
                  <a:pt x="228600" y="0"/>
                </a:lnTo>
                <a:lnTo>
                  <a:pt x="2611669" y="0"/>
                </a:lnTo>
                <a:lnTo>
                  <a:pt x="2656475" y="4432"/>
                </a:lnTo>
                <a:lnTo>
                  <a:pt x="2699151" y="17400"/>
                </a:lnTo>
                <a:lnTo>
                  <a:pt x="2738495" y="38406"/>
                </a:lnTo>
                <a:lnTo>
                  <a:pt x="2773305" y="66954"/>
                </a:lnTo>
                <a:lnTo>
                  <a:pt x="2801860" y="101772"/>
                </a:lnTo>
                <a:lnTo>
                  <a:pt x="2822869" y="141118"/>
                </a:lnTo>
                <a:lnTo>
                  <a:pt x="2835837" y="183793"/>
                </a:lnTo>
                <a:lnTo>
                  <a:pt x="2836833" y="193857"/>
                </a:lnTo>
                <a:lnTo>
                  <a:pt x="2836833" y="2243159"/>
                </a:lnTo>
                <a:lnTo>
                  <a:pt x="2822869" y="2295899"/>
                </a:lnTo>
                <a:lnTo>
                  <a:pt x="2801860" y="2335243"/>
                </a:lnTo>
                <a:lnTo>
                  <a:pt x="2773305" y="2370053"/>
                </a:lnTo>
                <a:lnTo>
                  <a:pt x="2738495" y="2398608"/>
                </a:lnTo>
                <a:lnTo>
                  <a:pt x="2699151" y="2419617"/>
                </a:lnTo>
                <a:lnTo>
                  <a:pt x="2656475" y="2432585"/>
                </a:lnTo>
                <a:lnTo>
                  <a:pt x="2611669" y="2437010"/>
                </a:lnTo>
                <a:close/>
              </a:path>
            </a:pathLst>
          </a:custGeom>
          <a:solidFill>
            <a:srgbClr val="ECEBE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1172571" y="1453397"/>
            <a:ext cx="1155700" cy="0"/>
          </a:xfrm>
          <a:custGeom>
            <a:avLst/>
            <a:gdLst/>
            <a:ahLst/>
            <a:cxnLst/>
            <a:rect l="l" t="t" r="r" b="b"/>
            <a:pathLst>
              <a:path w="1155700">
                <a:moveTo>
                  <a:pt x="0" y="0"/>
                </a:moveTo>
                <a:lnTo>
                  <a:pt x="1155525" y="0"/>
                </a:lnTo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4347070" y="1031847"/>
            <a:ext cx="1523365" cy="330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spc="-10" dirty="0">
                <a:latin typeface="Lucida Sans"/>
                <a:cs typeface="Lucida Sans"/>
              </a:rPr>
              <a:t>Marketplace</a:t>
            </a:r>
            <a:endParaRPr sz="2000">
              <a:latin typeface="Lucida Sans"/>
              <a:cs typeface="Lucida Sans"/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type="ctr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spc="-35" dirty="0">
                <a:solidFill>
                  <a:srgbClr val="0F0E0D"/>
                </a:solidFill>
                <a:latin typeface="Lucida Sans"/>
                <a:cs typeface="Lucida Sans"/>
              </a:rPr>
              <a:t>Login</a:t>
            </a:r>
            <a:endParaRPr sz="2000">
              <a:latin typeface="Lucida Sans"/>
              <a:cs typeface="Lucida Sans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2865740" y="1031847"/>
            <a:ext cx="1135380" cy="330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spc="-10" dirty="0">
                <a:latin typeface="Lucida Sans"/>
                <a:cs typeface="Lucida Sans"/>
              </a:rPr>
              <a:t>Welcome</a:t>
            </a:r>
            <a:endParaRPr sz="2000">
              <a:latin typeface="Lucida Sans"/>
              <a:cs typeface="Lucida Sans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6142029" y="1031847"/>
            <a:ext cx="1362710" cy="330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dirty="0">
                <a:latin typeface="Lucida Sans"/>
                <a:cs typeface="Lucida Sans"/>
              </a:rPr>
              <a:t>My</a:t>
            </a:r>
            <a:r>
              <a:rPr sz="2000" spc="-55" dirty="0">
                <a:latin typeface="Lucida Sans"/>
                <a:cs typeface="Lucida Sans"/>
              </a:rPr>
              <a:t> </a:t>
            </a:r>
            <a:r>
              <a:rPr sz="2000" spc="-40" dirty="0">
                <a:latin typeface="Lucida Sans"/>
                <a:cs typeface="Lucida Sans"/>
              </a:rPr>
              <a:t>Listings</a:t>
            </a:r>
            <a:endParaRPr sz="2000">
              <a:latin typeface="Lucida Sans"/>
              <a:cs typeface="Lucida Sans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9700165" y="1031847"/>
            <a:ext cx="748665" cy="330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spc="-30" dirty="0">
                <a:latin typeface="Lucida Sans"/>
                <a:cs typeface="Lucida Sans"/>
              </a:rPr>
              <a:t>Figma</a:t>
            </a:r>
            <a:endParaRPr sz="2000">
              <a:latin typeface="Lucida Sans"/>
              <a:cs typeface="Lucida Sans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7899286" y="1031847"/>
            <a:ext cx="1461135" cy="330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dirty="0">
                <a:latin typeface="Lucida Sans"/>
                <a:cs typeface="Lucida Sans"/>
              </a:rPr>
              <a:t>My</a:t>
            </a:r>
            <a:r>
              <a:rPr sz="2000" spc="-55" dirty="0">
                <a:latin typeface="Lucida Sans"/>
                <a:cs typeface="Lucida Sans"/>
              </a:rPr>
              <a:t> </a:t>
            </a:r>
            <a:r>
              <a:rPr sz="2000" spc="-10" dirty="0">
                <a:latin typeface="Lucida Sans"/>
                <a:cs typeface="Lucida Sans"/>
              </a:rPr>
              <a:t>Shortlist</a:t>
            </a:r>
            <a:endParaRPr sz="2000">
              <a:latin typeface="Lucida Sans"/>
              <a:cs typeface="Lucida Sans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10972738" y="0"/>
            <a:ext cx="7152640" cy="10287000"/>
          </a:xfrm>
          <a:custGeom>
            <a:avLst/>
            <a:gdLst/>
            <a:ahLst/>
            <a:cxnLst/>
            <a:rect l="l" t="t" r="r" b="b"/>
            <a:pathLst>
              <a:path w="7152640" h="10287000">
                <a:moveTo>
                  <a:pt x="7152345" y="10287000"/>
                </a:moveTo>
                <a:lnTo>
                  <a:pt x="0" y="10287000"/>
                </a:lnTo>
                <a:lnTo>
                  <a:pt x="0" y="0"/>
                </a:lnTo>
                <a:lnTo>
                  <a:pt x="7152345" y="0"/>
                </a:lnTo>
                <a:lnTo>
                  <a:pt x="7152345" y="10287000"/>
                </a:lnTo>
                <a:close/>
              </a:path>
            </a:pathLst>
          </a:custGeom>
          <a:solidFill>
            <a:srgbClr val="A6182E"/>
          </a:solid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16472289" y="1054009"/>
            <a:ext cx="347980" cy="347980"/>
            <a:chOff x="16472289" y="1054009"/>
            <a:chExt cx="347980" cy="347980"/>
          </a:xfrm>
        </p:grpSpPr>
        <p:sp>
          <p:nvSpPr>
            <p:cNvPr id="3" name="object 3"/>
            <p:cNvSpPr/>
            <p:nvPr/>
          </p:nvSpPr>
          <p:spPr>
            <a:xfrm>
              <a:off x="16472289" y="1054009"/>
              <a:ext cx="347980" cy="347980"/>
            </a:xfrm>
            <a:custGeom>
              <a:avLst/>
              <a:gdLst/>
              <a:ahLst/>
              <a:cxnLst/>
              <a:rect l="l" t="t" r="r" b="b"/>
              <a:pathLst>
                <a:path w="347980" h="347980">
                  <a:moveTo>
                    <a:pt x="173727" y="347455"/>
                  </a:moveTo>
                  <a:lnTo>
                    <a:pt x="127543" y="341249"/>
                  </a:lnTo>
                  <a:lnTo>
                    <a:pt x="86043" y="323736"/>
                  </a:lnTo>
                  <a:lnTo>
                    <a:pt x="50883" y="296571"/>
                  </a:lnTo>
                  <a:lnTo>
                    <a:pt x="23718" y="261411"/>
                  </a:lnTo>
                  <a:lnTo>
                    <a:pt x="6205" y="219910"/>
                  </a:lnTo>
                  <a:lnTo>
                    <a:pt x="0" y="173727"/>
                  </a:lnTo>
                  <a:lnTo>
                    <a:pt x="6205" y="127543"/>
                  </a:lnTo>
                  <a:lnTo>
                    <a:pt x="23718" y="86043"/>
                  </a:lnTo>
                  <a:lnTo>
                    <a:pt x="50883" y="50883"/>
                  </a:lnTo>
                  <a:lnTo>
                    <a:pt x="86043" y="23718"/>
                  </a:lnTo>
                  <a:lnTo>
                    <a:pt x="127543" y="6205"/>
                  </a:lnTo>
                  <a:lnTo>
                    <a:pt x="173727" y="0"/>
                  </a:lnTo>
                  <a:lnTo>
                    <a:pt x="219910" y="6205"/>
                  </a:lnTo>
                  <a:lnTo>
                    <a:pt x="261410" y="23718"/>
                  </a:lnTo>
                  <a:lnTo>
                    <a:pt x="296571" y="50883"/>
                  </a:lnTo>
                  <a:lnTo>
                    <a:pt x="323736" y="86043"/>
                  </a:lnTo>
                  <a:lnTo>
                    <a:pt x="341249" y="127543"/>
                  </a:lnTo>
                  <a:lnTo>
                    <a:pt x="347455" y="173727"/>
                  </a:lnTo>
                  <a:lnTo>
                    <a:pt x="341249" y="219910"/>
                  </a:lnTo>
                  <a:lnTo>
                    <a:pt x="323736" y="261411"/>
                  </a:lnTo>
                  <a:lnTo>
                    <a:pt x="296571" y="296571"/>
                  </a:lnTo>
                  <a:lnTo>
                    <a:pt x="261410" y="323736"/>
                  </a:lnTo>
                  <a:lnTo>
                    <a:pt x="219910" y="341249"/>
                  </a:lnTo>
                  <a:lnTo>
                    <a:pt x="173727" y="347455"/>
                  </a:lnTo>
                  <a:close/>
                </a:path>
              </a:pathLst>
            </a:custGeom>
            <a:solidFill>
              <a:srgbClr val="ECEBE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16548633" y="1163725"/>
              <a:ext cx="194945" cy="128270"/>
            </a:xfrm>
            <a:custGeom>
              <a:avLst/>
              <a:gdLst/>
              <a:ahLst/>
              <a:cxnLst/>
              <a:rect l="l" t="t" r="r" b="b"/>
              <a:pathLst>
                <a:path w="194944" h="128269">
                  <a:moveTo>
                    <a:pt x="194741" y="115023"/>
                  </a:moveTo>
                  <a:lnTo>
                    <a:pt x="191008" y="111290"/>
                  </a:lnTo>
                  <a:lnTo>
                    <a:pt x="3733" y="111290"/>
                  </a:lnTo>
                  <a:lnTo>
                    <a:pt x="0" y="115023"/>
                  </a:lnTo>
                  <a:lnTo>
                    <a:pt x="0" y="124244"/>
                  </a:lnTo>
                  <a:lnTo>
                    <a:pt x="3733" y="127977"/>
                  </a:lnTo>
                  <a:lnTo>
                    <a:pt x="191008" y="127977"/>
                  </a:lnTo>
                  <a:lnTo>
                    <a:pt x="194741" y="124244"/>
                  </a:lnTo>
                  <a:lnTo>
                    <a:pt x="194741" y="119634"/>
                  </a:lnTo>
                  <a:lnTo>
                    <a:pt x="194741" y="115023"/>
                  </a:lnTo>
                  <a:close/>
                </a:path>
                <a:path w="194944" h="128269">
                  <a:moveTo>
                    <a:pt x="194741" y="59385"/>
                  </a:moveTo>
                  <a:lnTo>
                    <a:pt x="191008" y="55651"/>
                  </a:lnTo>
                  <a:lnTo>
                    <a:pt x="3733" y="55651"/>
                  </a:lnTo>
                  <a:lnTo>
                    <a:pt x="0" y="59385"/>
                  </a:lnTo>
                  <a:lnTo>
                    <a:pt x="0" y="68605"/>
                  </a:lnTo>
                  <a:lnTo>
                    <a:pt x="3733" y="72339"/>
                  </a:lnTo>
                  <a:lnTo>
                    <a:pt x="191008" y="72339"/>
                  </a:lnTo>
                  <a:lnTo>
                    <a:pt x="194741" y="68605"/>
                  </a:lnTo>
                  <a:lnTo>
                    <a:pt x="194741" y="63995"/>
                  </a:lnTo>
                  <a:lnTo>
                    <a:pt x="194741" y="59385"/>
                  </a:lnTo>
                  <a:close/>
                </a:path>
                <a:path w="194944" h="128269">
                  <a:moveTo>
                    <a:pt x="194741" y="3746"/>
                  </a:moveTo>
                  <a:lnTo>
                    <a:pt x="191008" y="0"/>
                  </a:lnTo>
                  <a:lnTo>
                    <a:pt x="3733" y="0"/>
                  </a:lnTo>
                  <a:lnTo>
                    <a:pt x="0" y="3746"/>
                  </a:lnTo>
                  <a:lnTo>
                    <a:pt x="0" y="12954"/>
                  </a:lnTo>
                  <a:lnTo>
                    <a:pt x="3733" y="16700"/>
                  </a:lnTo>
                  <a:lnTo>
                    <a:pt x="191008" y="16700"/>
                  </a:lnTo>
                  <a:lnTo>
                    <a:pt x="194741" y="12954"/>
                  </a:lnTo>
                  <a:lnTo>
                    <a:pt x="194741" y="8343"/>
                  </a:lnTo>
                  <a:lnTo>
                    <a:pt x="194741" y="3746"/>
                  </a:lnTo>
                  <a:close/>
                </a:path>
              </a:pathLst>
            </a:custGeom>
            <a:solidFill>
              <a:srgbClr val="EF402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5" name="object 5"/>
          <p:cNvGrpSpPr/>
          <p:nvPr/>
        </p:nvGrpSpPr>
        <p:grpSpPr>
          <a:xfrm>
            <a:off x="16911866" y="1054007"/>
            <a:ext cx="342900" cy="342900"/>
            <a:chOff x="16911866" y="1054007"/>
            <a:chExt cx="342900" cy="342900"/>
          </a:xfrm>
        </p:grpSpPr>
        <p:sp>
          <p:nvSpPr>
            <p:cNvPr id="6" name="object 6"/>
            <p:cNvSpPr/>
            <p:nvPr/>
          </p:nvSpPr>
          <p:spPr>
            <a:xfrm>
              <a:off x="16911866" y="1054007"/>
              <a:ext cx="342900" cy="342900"/>
            </a:xfrm>
            <a:custGeom>
              <a:avLst/>
              <a:gdLst/>
              <a:ahLst/>
              <a:cxnLst/>
              <a:rect l="l" t="t" r="r" b="b"/>
              <a:pathLst>
                <a:path w="342900" h="342900">
                  <a:moveTo>
                    <a:pt x="206816" y="342899"/>
                  </a:moveTo>
                  <a:lnTo>
                    <a:pt x="140525" y="342899"/>
                  </a:lnTo>
                  <a:lnTo>
                    <a:pt x="127556" y="341151"/>
                  </a:lnTo>
                  <a:lnTo>
                    <a:pt x="86083" y="323618"/>
                  </a:lnTo>
                  <a:lnTo>
                    <a:pt x="50920" y="296435"/>
                  </a:lnTo>
                  <a:lnTo>
                    <a:pt x="23737" y="261272"/>
                  </a:lnTo>
                  <a:lnTo>
                    <a:pt x="6204" y="219799"/>
                  </a:lnTo>
                  <a:lnTo>
                    <a:pt x="1049" y="181536"/>
                  </a:lnTo>
                  <a:lnTo>
                    <a:pt x="0" y="173623"/>
                  </a:lnTo>
                  <a:lnTo>
                    <a:pt x="6204" y="127570"/>
                  </a:lnTo>
                  <a:lnTo>
                    <a:pt x="23737" y="86097"/>
                  </a:lnTo>
                  <a:lnTo>
                    <a:pt x="50920" y="50934"/>
                  </a:lnTo>
                  <a:lnTo>
                    <a:pt x="86083" y="23751"/>
                  </a:lnTo>
                  <a:lnTo>
                    <a:pt x="127556" y="6218"/>
                  </a:lnTo>
                  <a:lnTo>
                    <a:pt x="173671" y="0"/>
                  </a:lnTo>
                  <a:lnTo>
                    <a:pt x="219785" y="6218"/>
                  </a:lnTo>
                  <a:lnTo>
                    <a:pt x="261258" y="23751"/>
                  </a:lnTo>
                  <a:lnTo>
                    <a:pt x="296421" y="50934"/>
                  </a:lnTo>
                  <a:lnTo>
                    <a:pt x="314155" y="73875"/>
                  </a:lnTo>
                  <a:lnTo>
                    <a:pt x="152033" y="73875"/>
                  </a:lnTo>
                  <a:lnTo>
                    <a:pt x="122613" y="79606"/>
                  </a:lnTo>
                  <a:lnTo>
                    <a:pt x="96787" y="96801"/>
                  </a:lnTo>
                  <a:lnTo>
                    <a:pt x="79592" y="122644"/>
                  </a:lnTo>
                  <a:lnTo>
                    <a:pt x="73861" y="152090"/>
                  </a:lnTo>
                  <a:lnTo>
                    <a:pt x="79592" y="181536"/>
                  </a:lnTo>
                  <a:lnTo>
                    <a:pt x="108999" y="217409"/>
                  </a:lnTo>
                  <a:lnTo>
                    <a:pt x="152018" y="230305"/>
                  </a:lnTo>
                  <a:lnTo>
                    <a:pt x="213965" y="230305"/>
                  </a:lnTo>
                  <a:lnTo>
                    <a:pt x="245807" y="262147"/>
                  </a:lnTo>
                  <a:lnTo>
                    <a:pt x="248007" y="264463"/>
                  </a:lnTo>
                  <a:lnTo>
                    <a:pt x="251017" y="265621"/>
                  </a:lnTo>
                  <a:lnTo>
                    <a:pt x="320242" y="265621"/>
                  </a:lnTo>
                  <a:lnTo>
                    <a:pt x="296421" y="296435"/>
                  </a:lnTo>
                  <a:lnTo>
                    <a:pt x="261258" y="323618"/>
                  </a:lnTo>
                  <a:lnTo>
                    <a:pt x="219785" y="341151"/>
                  </a:lnTo>
                  <a:lnTo>
                    <a:pt x="206816" y="342899"/>
                  </a:lnTo>
                  <a:close/>
                </a:path>
                <a:path w="342900" h="342900">
                  <a:moveTo>
                    <a:pt x="320242" y="265621"/>
                  </a:moveTo>
                  <a:lnTo>
                    <a:pt x="256922" y="265621"/>
                  </a:lnTo>
                  <a:lnTo>
                    <a:pt x="259933" y="264463"/>
                  </a:lnTo>
                  <a:lnTo>
                    <a:pt x="262133" y="262147"/>
                  </a:lnTo>
                  <a:lnTo>
                    <a:pt x="266649" y="257631"/>
                  </a:lnTo>
                  <a:lnTo>
                    <a:pt x="266649" y="250336"/>
                  </a:lnTo>
                  <a:lnTo>
                    <a:pt x="214891" y="198579"/>
                  </a:lnTo>
                  <a:lnTo>
                    <a:pt x="227197" y="173623"/>
                  </a:lnTo>
                  <a:lnTo>
                    <a:pt x="223456" y="120064"/>
                  </a:lnTo>
                  <a:lnTo>
                    <a:pt x="181474" y="79606"/>
                  </a:lnTo>
                  <a:lnTo>
                    <a:pt x="152033" y="73875"/>
                  </a:lnTo>
                  <a:lnTo>
                    <a:pt x="314155" y="73875"/>
                  </a:lnTo>
                  <a:lnTo>
                    <a:pt x="323604" y="86097"/>
                  </a:lnTo>
                  <a:lnTo>
                    <a:pt x="341137" y="127570"/>
                  </a:lnTo>
                  <a:lnTo>
                    <a:pt x="342891" y="140581"/>
                  </a:lnTo>
                  <a:lnTo>
                    <a:pt x="342811" y="207379"/>
                  </a:lnTo>
                  <a:lnTo>
                    <a:pt x="341137" y="219799"/>
                  </a:lnTo>
                  <a:lnTo>
                    <a:pt x="323604" y="261272"/>
                  </a:lnTo>
                  <a:lnTo>
                    <a:pt x="320242" y="265621"/>
                  </a:lnTo>
                  <a:close/>
                </a:path>
                <a:path w="342900" h="342900">
                  <a:moveTo>
                    <a:pt x="213965" y="230305"/>
                  </a:moveTo>
                  <a:lnTo>
                    <a:pt x="152018" y="230305"/>
                  </a:lnTo>
                  <a:lnTo>
                    <a:pt x="164290" y="229332"/>
                  </a:lnTo>
                  <a:lnTo>
                    <a:pt x="176290" y="226426"/>
                  </a:lnTo>
                  <a:lnTo>
                    <a:pt x="187791" y="221610"/>
                  </a:lnTo>
                  <a:lnTo>
                    <a:pt x="198565" y="214905"/>
                  </a:lnTo>
                  <a:lnTo>
                    <a:pt x="213965" y="230305"/>
                  </a:lnTo>
                  <a:close/>
                </a:path>
              </a:pathLst>
            </a:custGeom>
            <a:solidFill>
              <a:srgbClr val="ECEBE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7" name="object 7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7008914" y="1151040"/>
              <a:ext cx="110057" cy="110085"/>
            </a:xfrm>
            <a:prstGeom prst="rect">
              <a:avLst/>
            </a:prstGeom>
          </p:spPr>
        </p:pic>
      </p:grpSp>
      <p:sp>
        <p:nvSpPr>
          <p:cNvPr id="8" name="object 8"/>
          <p:cNvSpPr/>
          <p:nvPr/>
        </p:nvSpPr>
        <p:spPr>
          <a:xfrm>
            <a:off x="2214320" y="2193766"/>
            <a:ext cx="864869" cy="96520"/>
          </a:xfrm>
          <a:custGeom>
            <a:avLst/>
            <a:gdLst/>
            <a:ahLst/>
            <a:cxnLst/>
            <a:rect l="l" t="t" r="r" b="b"/>
            <a:pathLst>
              <a:path w="864869" h="96519">
                <a:moveTo>
                  <a:pt x="816562" y="95908"/>
                </a:moveTo>
                <a:lnTo>
                  <a:pt x="47954" y="95908"/>
                </a:lnTo>
                <a:lnTo>
                  <a:pt x="38554" y="94978"/>
                </a:lnTo>
                <a:lnTo>
                  <a:pt x="3649" y="66306"/>
                </a:lnTo>
                <a:lnTo>
                  <a:pt x="0" y="47954"/>
                </a:lnTo>
                <a:lnTo>
                  <a:pt x="929" y="38554"/>
                </a:lnTo>
                <a:lnTo>
                  <a:pt x="29602" y="3649"/>
                </a:lnTo>
                <a:lnTo>
                  <a:pt x="47954" y="0"/>
                </a:lnTo>
                <a:lnTo>
                  <a:pt x="816562" y="0"/>
                </a:lnTo>
                <a:lnTo>
                  <a:pt x="856463" y="21348"/>
                </a:lnTo>
                <a:lnTo>
                  <a:pt x="864525" y="47954"/>
                </a:lnTo>
                <a:lnTo>
                  <a:pt x="863594" y="57353"/>
                </a:lnTo>
                <a:lnTo>
                  <a:pt x="834916" y="92258"/>
                </a:lnTo>
                <a:lnTo>
                  <a:pt x="816562" y="95908"/>
                </a:lnTo>
                <a:close/>
              </a:path>
            </a:pathLst>
          </a:custGeom>
          <a:solidFill>
            <a:srgbClr val="A6182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3201771" y="2193766"/>
            <a:ext cx="864869" cy="96520"/>
          </a:xfrm>
          <a:custGeom>
            <a:avLst/>
            <a:gdLst/>
            <a:ahLst/>
            <a:cxnLst/>
            <a:rect l="l" t="t" r="r" b="b"/>
            <a:pathLst>
              <a:path w="864870" h="96519">
                <a:moveTo>
                  <a:pt x="816559" y="95908"/>
                </a:moveTo>
                <a:lnTo>
                  <a:pt x="47945" y="95908"/>
                </a:lnTo>
                <a:lnTo>
                  <a:pt x="38551" y="94978"/>
                </a:lnTo>
                <a:lnTo>
                  <a:pt x="3653" y="66306"/>
                </a:lnTo>
                <a:lnTo>
                  <a:pt x="0" y="47954"/>
                </a:lnTo>
                <a:lnTo>
                  <a:pt x="931" y="38554"/>
                </a:lnTo>
                <a:lnTo>
                  <a:pt x="29603" y="3649"/>
                </a:lnTo>
                <a:lnTo>
                  <a:pt x="47945" y="0"/>
                </a:lnTo>
                <a:lnTo>
                  <a:pt x="816559" y="0"/>
                </a:lnTo>
                <a:lnTo>
                  <a:pt x="856472" y="21348"/>
                </a:lnTo>
                <a:lnTo>
                  <a:pt x="864534" y="47954"/>
                </a:lnTo>
                <a:lnTo>
                  <a:pt x="863603" y="57353"/>
                </a:lnTo>
                <a:lnTo>
                  <a:pt x="834927" y="92258"/>
                </a:lnTo>
                <a:lnTo>
                  <a:pt x="816559" y="95908"/>
                </a:lnTo>
                <a:close/>
              </a:path>
            </a:pathLst>
          </a:custGeom>
          <a:solidFill>
            <a:srgbClr val="A6182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1363269" y="1475559"/>
            <a:ext cx="851535" cy="0"/>
          </a:xfrm>
          <a:custGeom>
            <a:avLst/>
            <a:gdLst/>
            <a:ahLst/>
            <a:cxnLst/>
            <a:rect l="l" t="t" r="r" b="b"/>
            <a:pathLst>
              <a:path w="851535">
                <a:moveTo>
                  <a:pt x="0" y="0"/>
                </a:moveTo>
                <a:lnTo>
                  <a:pt x="851049" y="0"/>
                </a:lnTo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1924304" y="3443233"/>
            <a:ext cx="2619375" cy="923925"/>
          </a:xfrm>
          <a:custGeom>
            <a:avLst/>
            <a:gdLst/>
            <a:ahLst/>
            <a:cxnLst/>
            <a:rect l="l" t="t" r="r" b="b"/>
            <a:pathLst>
              <a:path w="2619375" h="923925">
                <a:moveTo>
                  <a:pt x="2619375" y="517703"/>
                </a:moveTo>
                <a:lnTo>
                  <a:pt x="2613481" y="556316"/>
                </a:lnTo>
                <a:lnTo>
                  <a:pt x="2602073" y="600688"/>
                </a:lnTo>
                <a:lnTo>
                  <a:pt x="2586504" y="643227"/>
                </a:lnTo>
                <a:lnTo>
                  <a:pt x="2567008" y="683700"/>
                </a:lnTo>
                <a:lnTo>
                  <a:pt x="2543816" y="721875"/>
                </a:lnTo>
                <a:lnTo>
                  <a:pt x="2517163" y="757519"/>
                </a:lnTo>
                <a:lnTo>
                  <a:pt x="2487280" y="790399"/>
                </a:lnTo>
                <a:lnTo>
                  <a:pt x="2454400" y="820283"/>
                </a:lnTo>
                <a:lnTo>
                  <a:pt x="2418757" y="846937"/>
                </a:lnTo>
                <a:lnTo>
                  <a:pt x="2380583" y="870130"/>
                </a:lnTo>
                <a:lnTo>
                  <a:pt x="2340110" y="889627"/>
                </a:lnTo>
                <a:lnTo>
                  <a:pt x="2297571" y="905197"/>
                </a:lnTo>
                <a:lnTo>
                  <a:pt x="2253199" y="916606"/>
                </a:lnTo>
                <a:lnTo>
                  <a:pt x="2207227" y="923622"/>
                </a:lnTo>
                <a:lnTo>
                  <a:pt x="2201239" y="923921"/>
                </a:lnTo>
              </a:path>
              <a:path w="2619375" h="923925">
                <a:moveTo>
                  <a:pt x="421712" y="923924"/>
                </a:moveTo>
                <a:lnTo>
                  <a:pt x="369749" y="916606"/>
                </a:lnTo>
                <a:lnTo>
                  <a:pt x="325377" y="905197"/>
                </a:lnTo>
                <a:lnTo>
                  <a:pt x="282837" y="889627"/>
                </a:lnTo>
                <a:lnTo>
                  <a:pt x="242364" y="870130"/>
                </a:lnTo>
                <a:lnTo>
                  <a:pt x="204189" y="846938"/>
                </a:lnTo>
                <a:lnTo>
                  <a:pt x="168545" y="820284"/>
                </a:lnTo>
                <a:lnTo>
                  <a:pt x="135665" y="790401"/>
                </a:lnTo>
                <a:lnTo>
                  <a:pt x="105781" y="757521"/>
                </a:lnTo>
                <a:lnTo>
                  <a:pt x="79127" y="721877"/>
                </a:lnTo>
                <a:lnTo>
                  <a:pt x="55935" y="683701"/>
                </a:lnTo>
                <a:lnTo>
                  <a:pt x="36439" y="643228"/>
                </a:lnTo>
                <a:lnTo>
                  <a:pt x="20870" y="600688"/>
                </a:lnTo>
                <a:lnTo>
                  <a:pt x="9461" y="556316"/>
                </a:lnTo>
                <a:lnTo>
                  <a:pt x="2446" y="510344"/>
                </a:lnTo>
                <a:lnTo>
                  <a:pt x="0" y="463001"/>
                </a:lnTo>
                <a:lnTo>
                  <a:pt x="2449" y="415665"/>
                </a:lnTo>
                <a:lnTo>
                  <a:pt x="9466" y="369694"/>
                </a:lnTo>
                <a:lnTo>
                  <a:pt x="20875" y="325322"/>
                </a:lnTo>
                <a:lnTo>
                  <a:pt x="36444" y="282783"/>
                </a:lnTo>
                <a:lnTo>
                  <a:pt x="55941" y="242310"/>
                </a:lnTo>
                <a:lnTo>
                  <a:pt x="79132" y="204136"/>
                </a:lnTo>
                <a:lnTo>
                  <a:pt x="105786" y="168492"/>
                </a:lnTo>
                <a:lnTo>
                  <a:pt x="135669" y="135612"/>
                </a:lnTo>
                <a:lnTo>
                  <a:pt x="168548" y="105728"/>
                </a:lnTo>
                <a:lnTo>
                  <a:pt x="204191" y="79074"/>
                </a:lnTo>
                <a:lnTo>
                  <a:pt x="242366" y="55882"/>
                </a:lnTo>
                <a:lnTo>
                  <a:pt x="282839" y="36385"/>
                </a:lnTo>
                <a:lnTo>
                  <a:pt x="325378" y="20815"/>
                </a:lnTo>
                <a:lnTo>
                  <a:pt x="369750" y="9406"/>
                </a:lnTo>
                <a:lnTo>
                  <a:pt x="415722" y="2390"/>
                </a:lnTo>
                <a:lnTo>
                  <a:pt x="463061" y="0"/>
                </a:lnTo>
                <a:lnTo>
                  <a:pt x="2159888" y="0"/>
                </a:lnTo>
                <a:lnTo>
                  <a:pt x="2207227" y="2390"/>
                </a:lnTo>
                <a:lnTo>
                  <a:pt x="2253198" y="9406"/>
                </a:lnTo>
                <a:lnTo>
                  <a:pt x="2297570" y="20815"/>
                </a:lnTo>
                <a:lnTo>
                  <a:pt x="2340108" y="36385"/>
                </a:lnTo>
                <a:lnTo>
                  <a:pt x="2380581" y="55883"/>
                </a:lnTo>
                <a:lnTo>
                  <a:pt x="2418755" y="79075"/>
                </a:lnTo>
                <a:lnTo>
                  <a:pt x="2454397" y="105730"/>
                </a:lnTo>
                <a:lnTo>
                  <a:pt x="2487276" y="135613"/>
                </a:lnTo>
                <a:lnTo>
                  <a:pt x="2517158" y="168493"/>
                </a:lnTo>
                <a:lnTo>
                  <a:pt x="2543811" y="204137"/>
                </a:lnTo>
                <a:lnTo>
                  <a:pt x="2567002" y="242312"/>
                </a:lnTo>
                <a:lnTo>
                  <a:pt x="2586498" y="282784"/>
                </a:lnTo>
                <a:lnTo>
                  <a:pt x="2602067" y="325323"/>
                </a:lnTo>
                <a:lnTo>
                  <a:pt x="2613477" y="369694"/>
                </a:lnTo>
                <a:lnTo>
                  <a:pt x="2619378" y="408334"/>
                </a:lnTo>
              </a:path>
            </a:pathLst>
          </a:custGeom>
          <a:ln w="1905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8786926" y="4207459"/>
            <a:ext cx="0" cy="5051425"/>
          </a:xfrm>
          <a:custGeom>
            <a:avLst/>
            <a:gdLst/>
            <a:ahLst/>
            <a:cxnLst/>
            <a:rect l="l" t="t" r="r" b="b"/>
            <a:pathLst>
              <a:path h="5051425">
                <a:moveTo>
                  <a:pt x="0" y="0"/>
                </a:moveTo>
                <a:lnTo>
                  <a:pt x="0" y="5050926"/>
                </a:lnTo>
              </a:path>
            </a:pathLst>
          </a:custGeom>
          <a:ln w="38100">
            <a:solidFill>
              <a:srgbClr val="A6182E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10171207" y="4299477"/>
            <a:ext cx="681990" cy="672465"/>
          </a:xfrm>
          <a:custGeom>
            <a:avLst/>
            <a:gdLst/>
            <a:ahLst/>
            <a:cxnLst/>
            <a:rect l="l" t="t" r="r" b="b"/>
            <a:pathLst>
              <a:path w="681990" h="672464">
                <a:moveTo>
                  <a:pt x="370818" y="0"/>
                </a:moveTo>
                <a:lnTo>
                  <a:pt x="416793" y="3642"/>
                </a:lnTo>
                <a:lnTo>
                  <a:pt x="460673" y="14224"/>
                </a:lnTo>
                <a:lnTo>
                  <a:pt x="501978" y="31228"/>
                </a:lnTo>
                <a:lnTo>
                  <a:pt x="540226" y="54133"/>
                </a:lnTo>
                <a:lnTo>
                  <a:pt x="574934" y="82419"/>
                </a:lnTo>
                <a:lnTo>
                  <a:pt x="605622" y="115567"/>
                </a:lnTo>
                <a:lnTo>
                  <a:pt x="631809" y="153056"/>
                </a:lnTo>
                <a:lnTo>
                  <a:pt x="653013" y="194366"/>
                </a:lnTo>
                <a:lnTo>
                  <a:pt x="668755" y="238976"/>
                </a:lnTo>
                <a:lnTo>
                  <a:pt x="678554" y="286368"/>
                </a:lnTo>
                <a:lnTo>
                  <a:pt x="681929" y="336023"/>
                </a:lnTo>
                <a:lnTo>
                  <a:pt x="678558" y="385678"/>
                </a:lnTo>
                <a:lnTo>
                  <a:pt x="668761" y="433071"/>
                </a:lnTo>
                <a:lnTo>
                  <a:pt x="653020" y="477683"/>
                </a:lnTo>
                <a:lnTo>
                  <a:pt x="631815" y="518994"/>
                </a:lnTo>
                <a:lnTo>
                  <a:pt x="605627" y="556484"/>
                </a:lnTo>
                <a:lnTo>
                  <a:pt x="574937" y="589632"/>
                </a:lnTo>
                <a:lnTo>
                  <a:pt x="540228" y="617919"/>
                </a:lnTo>
                <a:lnTo>
                  <a:pt x="501979" y="640824"/>
                </a:lnTo>
                <a:lnTo>
                  <a:pt x="460674" y="657827"/>
                </a:lnTo>
                <a:lnTo>
                  <a:pt x="416793" y="668410"/>
                </a:lnTo>
                <a:lnTo>
                  <a:pt x="370818" y="672053"/>
                </a:lnTo>
                <a:lnTo>
                  <a:pt x="311109" y="672053"/>
                </a:lnTo>
                <a:lnTo>
                  <a:pt x="265134" y="668409"/>
                </a:lnTo>
                <a:lnTo>
                  <a:pt x="221253" y="657824"/>
                </a:lnTo>
                <a:lnTo>
                  <a:pt x="179949" y="640818"/>
                </a:lnTo>
                <a:lnTo>
                  <a:pt x="141702" y="617912"/>
                </a:lnTo>
                <a:lnTo>
                  <a:pt x="106994" y="589626"/>
                </a:lnTo>
                <a:lnTo>
                  <a:pt x="76305" y="556479"/>
                </a:lnTo>
                <a:lnTo>
                  <a:pt x="50117" y="518990"/>
                </a:lnTo>
                <a:lnTo>
                  <a:pt x="28911" y="477681"/>
                </a:lnTo>
                <a:lnTo>
                  <a:pt x="13168" y="433070"/>
                </a:lnTo>
                <a:lnTo>
                  <a:pt x="3371" y="385677"/>
                </a:lnTo>
                <a:lnTo>
                  <a:pt x="0" y="336023"/>
                </a:lnTo>
                <a:lnTo>
                  <a:pt x="3375" y="286369"/>
                </a:lnTo>
                <a:lnTo>
                  <a:pt x="13174" y="238977"/>
                </a:lnTo>
                <a:lnTo>
                  <a:pt x="28918" y="194368"/>
                </a:lnTo>
                <a:lnTo>
                  <a:pt x="50123" y="153059"/>
                </a:lnTo>
                <a:lnTo>
                  <a:pt x="76311" y="115572"/>
                </a:lnTo>
                <a:lnTo>
                  <a:pt x="106999" y="82425"/>
                </a:lnTo>
                <a:lnTo>
                  <a:pt x="141706" y="54138"/>
                </a:lnTo>
                <a:lnTo>
                  <a:pt x="179952" y="31233"/>
                </a:lnTo>
                <a:lnTo>
                  <a:pt x="221256" y="14227"/>
                </a:lnTo>
                <a:lnTo>
                  <a:pt x="265136" y="3643"/>
                </a:lnTo>
                <a:lnTo>
                  <a:pt x="311110" y="0"/>
                </a:lnTo>
                <a:lnTo>
                  <a:pt x="370818" y="0"/>
                </a:lnTo>
              </a:path>
            </a:pathLst>
          </a:custGeom>
          <a:ln w="19050">
            <a:solidFill>
              <a:srgbClr val="A6182E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 txBox="1"/>
          <p:nvPr/>
        </p:nvSpPr>
        <p:spPr>
          <a:xfrm>
            <a:off x="10397821" y="4407429"/>
            <a:ext cx="229235" cy="4521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spc="-120" dirty="0">
                <a:latin typeface="Lucida Sans"/>
                <a:cs typeface="Lucida Sans"/>
              </a:rPr>
              <a:t>1</a:t>
            </a:r>
            <a:endParaRPr sz="2800">
              <a:latin typeface="Lucida Sans"/>
              <a:cs typeface="Lucida Sans"/>
            </a:endParaRPr>
          </a:p>
        </p:txBody>
      </p:sp>
      <p:sp>
        <p:nvSpPr>
          <p:cNvPr id="15" name="object 15"/>
          <p:cNvSpPr/>
          <p:nvPr/>
        </p:nvSpPr>
        <p:spPr>
          <a:xfrm>
            <a:off x="10171205" y="6026687"/>
            <a:ext cx="681990" cy="672465"/>
          </a:xfrm>
          <a:custGeom>
            <a:avLst/>
            <a:gdLst/>
            <a:ahLst/>
            <a:cxnLst/>
            <a:rect l="l" t="t" r="r" b="b"/>
            <a:pathLst>
              <a:path w="681990" h="672465">
                <a:moveTo>
                  <a:pt x="370820" y="0"/>
                </a:moveTo>
                <a:lnTo>
                  <a:pt x="416795" y="3642"/>
                </a:lnTo>
                <a:lnTo>
                  <a:pt x="460676" y="14224"/>
                </a:lnTo>
                <a:lnTo>
                  <a:pt x="501981" y="31227"/>
                </a:lnTo>
                <a:lnTo>
                  <a:pt x="540228" y="54132"/>
                </a:lnTo>
                <a:lnTo>
                  <a:pt x="574938" y="82418"/>
                </a:lnTo>
                <a:lnTo>
                  <a:pt x="605627" y="115566"/>
                </a:lnTo>
                <a:lnTo>
                  <a:pt x="631814" y="153054"/>
                </a:lnTo>
                <a:lnTo>
                  <a:pt x="653019" y="194364"/>
                </a:lnTo>
                <a:lnTo>
                  <a:pt x="668760" y="238976"/>
                </a:lnTo>
                <a:lnTo>
                  <a:pt x="678557" y="286368"/>
                </a:lnTo>
                <a:lnTo>
                  <a:pt x="681929" y="336022"/>
                </a:lnTo>
                <a:lnTo>
                  <a:pt x="678555" y="385677"/>
                </a:lnTo>
                <a:lnTo>
                  <a:pt x="668757" y="433069"/>
                </a:lnTo>
                <a:lnTo>
                  <a:pt x="653015" y="477680"/>
                </a:lnTo>
                <a:lnTo>
                  <a:pt x="631809" y="518989"/>
                </a:lnTo>
                <a:lnTo>
                  <a:pt x="605620" y="556476"/>
                </a:lnTo>
                <a:lnTo>
                  <a:pt x="574929" y="589620"/>
                </a:lnTo>
                <a:lnTo>
                  <a:pt x="540220" y="617902"/>
                </a:lnTo>
                <a:lnTo>
                  <a:pt x="501972" y="640802"/>
                </a:lnTo>
                <a:lnTo>
                  <a:pt x="460669" y="657801"/>
                </a:lnTo>
                <a:lnTo>
                  <a:pt x="416792" y="668380"/>
                </a:lnTo>
                <a:lnTo>
                  <a:pt x="370820" y="672023"/>
                </a:lnTo>
                <a:lnTo>
                  <a:pt x="311113" y="672023"/>
                </a:lnTo>
                <a:lnTo>
                  <a:pt x="265142" y="668381"/>
                </a:lnTo>
                <a:lnTo>
                  <a:pt x="221265" y="657800"/>
                </a:lnTo>
                <a:lnTo>
                  <a:pt x="179962" y="640800"/>
                </a:lnTo>
                <a:lnTo>
                  <a:pt x="141716" y="617899"/>
                </a:lnTo>
                <a:lnTo>
                  <a:pt x="107006" y="589616"/>
                </a:lnTo>
                <a:lnTo>
                  <a:pt x="76316" y="556473"/>
                </a:lnTo>
                <a:lnTo>
                  <a:pt x="50126" y="518987"/>
                </a:lnTo>
                <a:lnTo>
                  <a:pt x="28919" y="477679"/>
                </a:lnTo>
                <a:lnTo>
                  <a:pt x="13174" y="433069"/>
                </a:lnTo>
                <a:lnTo>
                  <a:pt x="3374" y="385677"/>
                </a:lnTo>
                <a:lnTo>
                  <a:pt x="0" y="336023"/>
                </a:lnTo>
                <a:lnTo>
                  <a:pt x="3372" y="286368"/>
                </a:lnTo>
                <a:lnTo>
                  <a:pt x="13171" y="238976"/>
                </a:lnTo>
                <a:lnTo>
                  <a:pt x="28915" y="194365"/>
                </a:lnTo>
                <a:lnTo>
                  <a:pt x="50122" y="153057"/>
                </a:lnTo>
                <a:lnTo>
                  <a:pt x="76310" y="115569"/>
                </a:lnTo>
                <a:lnTo>
                  <a:pt x="106999" y="82423"/>
                </a:lnTo>
                <a:lnTo>
                  <a:pt x="141707" y="54137"/>
                </a:lnTo>
                <a:lnTo>
                  <a:pt x="179954" y="31232"/>
                </a:lnTo>
                <a:lnTo>
                  <a:pt x="221258" y="14227"/>
                </a:lnTo>
                <a:lnTo>
                  <a:pt x="265138" y="3643"/>
                </a:lnTo>
                <a:lnTo>
                  <a:pt x="311112" y="0"/>
                </a:lnTo>
                <a:lnTo>
                  <a:pt x="370820" y="0"/>
                </a:lnTo>
              </a:path>
            </a:pathLst>
          </a:custGeom>
          <a:ln w="19050">
            <a:solidFill>
              <a:srgbClr val="A6182E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 txBox="1"/>
          <p:nvPr/>
        </p:nvSpPr>
        <p:spPr>
          <a:xfrm>
            <a:off x="10397821" y="6134639"/>
            <a:ext cx="229235" cy="4521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spc="-120" dirty="0">
                <a:latin typeface="Lucida Sans"/>
                <a:cs typeface="Lucida Sans"/>
              </a:rPr>
              <a:t>2</a:t>
            </a:r>
            <a:endParaRPr sz="2800">
              <a:latin typeface="Lucida Sans"/>
              <a:cs typeface="Lucida Sans"/>
            </a:endParaRPr>
          </a:p>
        </p:txBody>
      </p:sp>
      <p:sp>
        <p:nvSpPr>
          <p:cNvPr id="17" name="object 17"/>
          <p:cNvSpPr/>
          <p:nvPr/>
        </p:nvSpPr>
        <p:spPr>
          <a:xfrm>
            <a:off x="10171207" y="7976127"/>
            <a:ext cx="681990" cy="672465"/>
          </a:xfrm>
          <a:custGeom>
            <a:avLst/>
            <a:gdLst/>
            <a:ahLst/>
            <a:cxnLst/>
            <a:rect l="l" t="t" r="r" b="b"/>
            <a:pathLst>
              <a:path w="681990" h="672465">
                <a:moveTo>
                  <a:pt x="370818" y="0"/>
                </a:moveTo>
                <a:lnTo>
                  <a:pt x="416793" y="3642"/>
                </a:lnTo>
                <a:lnTo>
                  <a:pt x="460673" y="14224"/>
                </a:lnTo>
                <a:lnTo>
                  <a:pt x="501978" y="31228"/>
                </a:lnTo>
                <a:lnTo>
                  <a:pt x="540226" y="54133"/>
                </a:lnTo>
                <a:lnTo>
                  <a:pt x="574934" y="82419"/>
                </a:lnTo>
                <a:lnTo>
                  <a:pt x="605622" y="115567"/>
                </a:lnTo>
                <a:lnTo>
                  <a:pt x="631809" y="153056"/>
                </a:lnTo>
                <a:lnTo>
                  <a:pt x="653013" y="194366"/>
                </a:lnTo>
                <a:lnTo>
                  <a:pt x="668755" y="238976"/>
                </a:lnTo>
                <a:lnTo>
                  <a:pt x="678554" y="286368"/>
                </a:lnTo>
                <a:lnTo>
                  <a:pt x="681929" y="336023"/>
                </a:lnTo>
                <a:lnTo>
                  <a:pt x="678558" y="385678"/>
                </a:lnTo>
                <a:lnTo>
                  <a:pt x="668761" y="433071"/>
                </a:lnTo>
                <a:lnTo>
                  <a:pt x="653020" y="477683"/>
                </a:lnTo>
                <a:lnTo>
                  <a:pt x="631815" y="518994"/>
                </a:lnTo>
                <a:lnTo>
                  <a:pt x="605627" y="556484"/>
                </a:lnTo>
                <a:lnTo>
                  <a:pt x="574937" y="589632"/>
                </a:lnTo>
                <a:lnTo>
                  <a:pt x="540228" y="617919"/>
                </a:lnTo>
                <a:lnTo>
                  <a:pt x="501979" y="640824"/>
                </a:lnTo>
                <a:lnTo>
                  <a:pt x="460674" y="657827"/>
                </a:lnTo>
                <a:lnTo>
                  <a:pt x="416793" y="668410"/>
                </a:lnTo>
                <a:lnTo>
                  <a:pt x="370818" y="672053"/>
                </a:lnTo>
                <a:lnTo>
                  <a:pt x="311109" y="672053"/>
                </a:lnTo>
                <a:lnTo>
                  <a:pt x="265134" y="668409"/>
                </a:lnTo>
                <a:lnTo>
                  <a:pt x="221253" y="657824"/>
                </a:lnTo>
                <a:lnTo>
                  <a:pt x="179949" y="640818"/>
                </a:lnTo>
                <a:lnTo>
                  <a:pt x="141702" y="617912"/>
                </a:lnTo>
                <a:lnTo>
                  <a:pt x="106994" y="589626"/>
                </a:lnTo>
                <a:lnTo>
                  <a:pt x="76305" y="556479"/>
                </a:lnTo>
                <a:lnTo>
                  <a:pt x="50117" y="518990"/>
                </a:lnTo>
                <a:lnTo>
                  <a:pt x="28911" y="477681"/>
                </a:lnTo>
                <a:lnTo>
                  <a:pt x="13168" y="433070"/>
                </a:lnTo>
                <a:lnTo>
                  <a:pt x="3371" y="385677"/>
                </a:lnTo>
                <a:lnTo>
                  <a:pt x="0" y="336023"/>
                </a:lnTo>
                <a:lnTo>
                  <a:pt x="3375" y="286369"/>
                </a:lnTo>
                <a:lnTo>
                  <a:pt x="13174" y="238977"/>
                </a:lnTo>
                <a:lnTo>
                  <a:pt x="28918" y="194368"/>
                </a:lnTo>
                <a:lnTo>
                  <a:pt x="50123" y="153059"/>
                </a:lnTo>
                <a:lnTo>
                  <a:pt x="76311" y="115572"/>
                </a:lnTo>
                <a:lnTo>
                  <a:pt x="106999" y="82425"/>
                </a:lnTo>
                <a:lnTo>
                  <a:pt x="141706" y="54138"/>
                </a:lnTo>
                <a:lnTo>
                  <a:pt x="179952" y="31233"/>
                </a:lnTo>
                <a:lnTo>
                  <a:pt x="221256" y="14227"/>
                </a:lnTo>
                <a:lnTo>
                  <a:pt x="265136" y="3643"/>
                </a:lnTo>
                <a:lnTo>
                  <a:pt x="311110" y="0"/>
                </a:lnTo>
                <a:lnTo>
                  <a:pt x="370818" y="0"/>
                </a:lnTo>
              </a:path>
            </a:pathLst>
          </a:custGeom>
          <a:ln w="19050">
            <a:solidFill>
              <a:srgbClr val="A6182E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 txBox="1"/>
          <p:nvPr/>
        </p:nvSpPr>
        <p:spPr>
          <a:xfrm>
            <a:off x="10397821" y="8084079"/>
            <a:ext cx="229235" cy="4521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spc="-120" dirty="0">
                <a:latin typeface="Lucida Sans"/>
                <a:cs typeface="Lucida Sans"/>
              </a:rPr>
              <a:t>3</a:t>
            </a:r>
            <a:endParaRPr sz="2800">
              <a:latin typeface="Lucida Sans"/>
              <a:cs typeface="Lucida Sans"/>
            </a:endParaRPr>
          </a:p>
        </p:txBody>
      </p:sp>
      <p:pic>
        <p:nvPicPr>
          <p:cNvPr id="19" name="object 19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214320" y="4610587"/>
            <a:ext cx="5867399" cy="4648199"/>
          </a:xfrm>
          <a:prstGeom prst="rect">
            <a:avLst/>
          </a:prstGeom>
        </p:spPr>
      </p:pic>
      <p:sp>
        <p:nvSpPr>
          <p:cNvPr id="20" name="object 20"/>
          <p:cNvSpPr txBox="1"/>
          <p:nvPr/>
        </p:nvSpPr>
        <p:spPr>
          <a:xfrm>
            <a:off x="2769756" y="1006536"/>
            <a:ext cx="2693670" cy="330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1642110" algn="l"/>
              </a:tabLst>
            </a:pPr>
            <a:r>
              <a:rPr sz="2000" spc="-10" dirty="0">
                <a:latin typeface="Lucida Sans"/>
                <a:cs typeface="Lucida Sans"/>
              </a:rPr>
              <a:t>Marketplace</a:t>
            </a:r>
            <a:r>
              <a:rPr sz="2000" dirty="0">
                <a:latin typeface="Lucida Sans"/>
                <a:cs typeface="Lucida Sans"/>
              </a:rPr>
              <a:t>	</a:t>
            </a:r>
            <a:r>
              <a:rPr sz="2000" spc="55" dirty="0">
                <a:latin typeface="Lucida Sans"/>
                <a:cs typeface="Lucida Sans"/>
              </a:rPr>
              <a:t>&amp;</a:t>
            </a:r>
            <a:r>
              <a:rPr sz="2000" spc="-114" dirty="0">
                <a:latin typeface="Lucida Sans"/>
                <a:cs typeface="Lucida Sans"/>
              </a:rPr>
              <a:t> </a:t>
            </a:r>
            <a:r>
              <a:rPr sz="2000" spc="-40" dirty="0">
                <a:latin typeface="Lucida Sans"/>
                <a:cs typeface="Lucida Sans"/>
              </a:rPr>
              <a:t>Listing</a:t>
            </a:r>
            <a:endParaRPr sz="2000">
              <a:latin typeface="Lucida Sans"/>
              <a:cs typeface="Lucida Sans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1478466" y="1006536"/>
            <a:ext cx="680085" cy="330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spc="-35" dirty="0">
                <a:solidFill>
                  <a:srgbClr val="0F0E0D"/>
                </a:solidFill>
                <a:latin typeface="Lucida Sans"/>
                <a:cs typeface="Lucida Sans"/>
              </a:rPr>
              <a:t>Login</a:t>
            </a:r>
            <a:endParaRPr sz="2000">
              <a:latin typeface="Lucida Sans"/>
              <a:cs typeface="Lucida Sans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7752523" y="1006536"/>
            <a:ext cx="748665" cy="330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spc="-30" dirty="0">
                <a:latin typeface="Lucida Sans"/>
                <a:cs typeface="Lucida Sans"/>
              </a:rPr>
              <a:t>Figma</a:t>
            </a:r>
            <a:endParaRPr sz="2000">
              <a:latin typeface="Lucida Sans"/>
              <a:cs typeface="Lucida Sans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5798300" y="1006536"/>
            <a:ext cx="1461135" cy="330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dirty="0">
                <a:latin typeface="Lucida Sans"/>
                <a:cs typeface="Lucida Sans"/>
              </a:rPr>
              <a:t>My</a:t>
            </a:r>
            <a:r>
              <a:rPr sz="2000" spc="-55" dirty="0">
                <a:latin typeface="Lucida Sans"/>
                <a:cs typeface="Lucida Sans"/>
              </a:rPr>
              <a:t> </a:t>
            </a:r>
            <a:r>
              <a:rPr sz="2000" spc="-10" dirty="0">
                <a:latin typeface="Lucida Sans"/>
                <a:cs typeface="Lucida Sans"/>
              </a:rPr>
              <a:t>Shortlist</a:t>
            </a:r>
            <a:endParaRPr sz="2000">
              <a:latin typeface="Lucida Sans"/>
              <a:cs typeface="Lucida Sans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11450417" y="4153401"/>
            <a:ext cx="6104890" cy="15398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065" marR="5080" algn="ctr">
              <a:lnSpc>
                <a:spcPct val="132500"/>
              </a:lnSpc>
              <a:spcBef>
                <a:spcPts val="100"/>
              </a:spcBef>
            </a:pPr>
            <a:r>
              <a:rPr sz="2500" spc="-20" dirty="0">
                <a:latin typeface="Lucida Sans"/>
                <a:cs typeface="Lucida Sans"/>
              </a:rPr>
              <a:t>Runs</a:t>
            </a:r>
            <a:r>
              <a:rPr sz="2500" spc="-160" dirty="0">
                <a:latin typeface="Lucida Sans"/>
                <a:cs typeface="Lucida Sans"/>
              </a:rPr>
              <a:t> </a:t>
            </a:r>
            <a:r>
              <a:rPr sz="2500" dirty="0">
                <a:latin typeface="Lucida Sans"/>
                <a:cs typeface="Lucida Sans"/>
              </a:rPr>
              <a:t>on</a:t>
            </a:r>
            <a:r>
              <a:rPr sz="2500" spc="-155" dirty="0">
                <a:latin typeface="Lucida Sans"/>
                <a:cs typeface="Lucida Sans"/>
              </a:rPr>
              <a:t> </a:t>
            </a:r>
            <a:r>
              <a:rPr sz="2500" dirty="0">
                <a:latin typeface="Lucida Sans"/>
                <a:cs typeface="Lucida Sans"/>
              </a:rPr>
              <a:t>another</a:t>
            </a:r>
            <a:r>
              <a:rPr sz="2500" spc="-155" dirty="0">
                <a:latin typeface="Lucida Sans"/>
                <a:cs typeface="Lucida Sans"/>
              </a:rPr>
              <a:t> </a:t>
            </a:r>
            <a:r>
              <a:rPr sz="2500" spc="-10" dirty="0">
                <a:latin typeface="Lucida Sans"/>
                <a:cs typeface="Lucida Sans"/>
              </a:rPr>
              <a:t>function </a:t>
            </a:r>
            <a:r>
              <a:rPr sz="2500" spc="-30" dirty="0">
                <a:latin typeface="Lucida Sans"/>
                <a:cs typeface="Lucida Sans"/>
              </a:rPr>
              <a:t>onAuthStateChanged</a:t>
            </a:r>
            <a:r>
              <a:rPr sz="2500" spc="-140" dirty="0">
                <a:latin typeface="Lucida Sans"/>
                <a:cs typeface="Lucida Sans"/>
              </a:rPr>
              <a:t> </a:t>
            </a:r>
            <a:r>
              <a:rPr sz="2500" spc="-10" dirty="0">
                <a:latin typeface="Lucida Sans"/>
                <a:cs typeface="Lucida Sans"/>
              </a:rPr>
              <a:t>which</a:t>
            </a:r>
            <a:r>
              <a:rPr sz="2500" spc="-140" dirty="0">
                <a:latin typeface="Lucida Sans"/>
                <a:cs typeface="Lucida Sans"/>
              </a:rPr>
              <a:t> </a:t>
            </a:r>
            <a:r>
              <a:rPr sz="2500" spc="-20" dirty="0">
                <a:latin typeface="Lucida Sans"/>
                <a:cs typeface="Lucida Sans"/>
              </a:rPr>
              <a:t>runs automatically</a:t>
            </a:r>
            <a:r>
              <a:rPr sz="2500" spc="-135" dirty="0">
                <a:latin typeface="Lucida Sans"/>
                <a:cs typeface="Lucida Sans"/>
              </a:rPr>
              <a:t> </a:t>
            </a:r>
            <a:r>
              <a:rPr sz="2500" dirty="0">
                <a:latin typeface="Lucida Sans"/>
                <a:cs typeface="Lucida Sans"/>
              </a:rPr>
              <a:t>every</a:t>
            </a:r>
            <a:r>
              <a:rPr sz="2500" spc="-135" dirty="0">
                <a:latin typeface="Lucida Sans"/>
                <a:cs typeface="Lucida Sans"/>
              </a:rPr>
              <a:t> </a:t>
            </a:r>
            <a:r>
              <a:rPr sz="2500" dirty="0">
                <a:latin typeface="Lucida Sans"/>
                <a:cs typeface="Lucida Sans"/>
              </a:rPr>
              <a:t>time</a:t>
            </a:r>
            <a:r>
              <a:rPr sz="2500" spc="-130" dirty="0">
                <a:latin typeface="Lucida Sans"/>
                <a:cs typeface="Lucida Sans"/>
              </a:rPr>
              <a:t> </a:t>
            </a:r>
            <a:r>
              <a:rPr sz="2500" dirty="0">
                <a:latin typeface="Lucida Sans"/>
                <a:cs typeface="Lucida Sans"/>
              </a:rPr>
              <a:t>the</a:t>
            </a:r>
            <a:r>
              <a:rPr sz="2500" spc="-135" dirty="0">
                <a:latin typeface="Lucida Sans"/>
                <a:cs typeface="Lucida Sans"/>
              </a:rPr>
              <a:t> </a:t>
            </a:r>
            <a:r>
              <a:rPr sz="2500" spc="-55" dirty="0">
                <a:latin typeface="Lucida Sans"/>
                <a:cs typeface="Lucida Sans"/>
              </a:rPr>
              <a:t>page</a:t>
            </a:r>
            <a:r>
              <a:rPr sz="2500" spc="-135" dirty="0">
                <a:latin typeface="Lucida Sans"/>
                <a:cs typeface="Lucida Sans"/>
              </a:rPr>
              <a:t> </a:t>
            </a:r>
            <a:r>
              <a:rPr sz="2500" spc="-10" dirty="0">
                <a:latin typeface="Lucida Sans"/>
                <a:cs typeface="Lucida Sans"/>
              </a:rPr>
              <a:t>loads.</a:t>
            </a:r>
            <a:endParaRPr sz="2500">
              <a:latin typeface="Lucida Sans"/>
              <a:cs typeface="Lucida Sans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11173299" y="6172701"/>
            <a:ext cx="6658609" cy="103505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415925" marR="5080" indent="-403860">
              <a:lnSpc>
                <a:spcPct val="132500"/>
              </a:lnSpc>
              <a:spcBef>
                <a:spcPts val="100"/>
              </a:spcBef>
            </a:pPr>
            <a:r>
              <a:rPr sz="2500" spc="-10" dirty="0">
                <a:latin typeface="Lucida Sans"/>
                <a:cs typeface="Lucida Sans"/>
              </a:rPr>
              <a:t>If</a:t>
            </a:r>
            <a:r>
              <a:rPr sz="2500" spc="-175" dirty="0">
                <a:latin typeface="Lucida Sans"/>
                <a:cs typeface="Lucida Sans"/>
              </a:rPr>
              <a:t> </a:t>
            </a:r>
            <a:r>
              <a:rPr sz="2500" dirty="0">
                <a:latin typeface="Lucida Sans"/>
                <a:cs typeface="Lucida Sans"/>
              </a:rPr>
              <a:t>no</a:t>
            </a:r>
            <a:r>
              <a:rPr sz="2500" spc="-155" dirty="0">
                <a:latin typeface="Lucida Sans"/>
                <a:cs typeface="Lucida Sans"/>
              </a:rPr>
              <a:t> </a:t>
            </a:r>
            <a:r>
              <a:rPr sz="2500" dirty="0">
                <a:latin typeface="Lucida Sans"/>
                <a:cs typeface="Lucida Sans"/>
              </a:rPr>
              <a:t>user</a:t>
            </a:r>
            <a:r>
              <a:rPr sz="2500" spc="-150" dirty="0">
                <a:latin typeface="Lucida Sans"/>
                <a:cs typeface="Lucida Sans"/>
              </a:rPr>
              <a:t> </a:t>
            </a:r>
            <a:r>
              <a:rPr sz="2500" spc="-80" dirty="0">
                <a:latin typeface="Lucida Sans"/>
                <a:cs typeface="Lucida Sans"/>
              </a:rPr>
              <a:t>is</a:t>
            </a:r>
            <a:r>
              <a:rPr sz="2500" spc="-145" dirty="0">
                <a:latin typeface="Lucida Sans"/>
                <a:cs typeface="Lucida Sans"/>
              </a:rPr>
              <a:t> </a:t>
            </a:r>
            <a:r>
              <a:rPr sz="2500" spc="-65" dirty="0">
                <a:latin typeface="Lucida Sans"/>
                <a:cs typeface="Lucida Sans"/>
              </a:rPr>
              <a:t>signed</a:t>
            </a:r>
            <a:r>
              <a:rPr sz="2500" spc="-145" dirty="0">
                <a:latin typeface="Lucida Sans"/>
                <a:cs typeface="Lucida Sans"/>
              </a:rPr>
              <a:t> </a:t>
            </a:r>
            <a:r>
              <a:rPr sz="2500" spc="-70" dirty="0">
                <a:latin typeface="Lucida Sans"/>
                <a:cs typeface="Lucida Sans"/>
              </a:rPr>
              <a:t>in,</a:t>
            </a:r>
            <a:r>
              <a:rPr sz="2500" spc="-145" dirty="0">
                <a:latin typeface="Lucida Sans"/>
                <a:cs typeface="Lucida Sans"/>
              </a:rPr>
              <a:t> </a:t>
            </a:r>
            <a:r>
              <a:rPr sz="2500" spc="-20" dirty="0">
                <a:latin typeface="Lucida Sans"/>
                <a:cs typeface="Lucida Sans"/>
              </a:rPr>
              <a:t>immediately</a:t>
            </a:r>
            <a:r>
              <a:rPr sz="2500" spc="-155" dirty="0">
                <a:latin typeface="Lucida Sans"/>
                <a:cs typeface="Lucida Sans"/>
              </a:rPr>
              <a:t> </a:t>
            </a:r>
            <a:r>
              <a:rPr sz="2500" spc="-10" dirty="0">
                <a:latin typeface="Lucida Sans"/>
                <a:cs typeface="Lucida Sans"/>
              </a:rPr>
              <a:t>redirects </a:t>
            </a:r>
            <a:r>
              <a:rPr sz="2500" dirty="0">
                <a:latin typeface="Lucida Sans"/>
                <a:cs typeface="Lucida Sans"/>
              </a:rPr>
              <a:t>to</a:t>
            </a:r>
            <a:r>
              <a:rPr sz="2500" spc="-140" dirty="0">
                <a:latin typeface="Lucida Sans"/>
                <a:cs typeface="Lucida Sans"/>
              </a:rPr>
              <a:t> </a:t>
            </a:r>
            <a:r>
              <a:rPr sz="2500" spc="-65" dirty="0">
                <a:latin typeface="Lucida Sans"/>
                <a:cs typeface="Lucida Sans"/>
              </a:rPr>
              <a:t>login.html.</a:t>
            </a:r>
            <a:r>
              <a:rPr sz="2500" spc="-135" dirty="0">
                <a:latin typeface="Lucida Sans"/>
                <a:cs typeface="Lucida Sans"/>
              </a:rPr>
              <a:t> </a:t>
            </a:r>
            <a:r>
              <a:rPr sz="2500" spc="-30" dirty="0">
                <a:latin typeface="Lucida Sans"/>
                <a:cs typeface="Lucida Sans"/>
              </a:rPr>
              <a:t>Blocks</a:t>
            </a:r>
            <a:r>
              <a:rPr sz="2500" spc="-140" dirty="0">
                <a:latin typeface="Lucida Sans"/>
                <a:cs typeface="Lucida Sans"/>
              </a:rPr>
              <a:t> </a:t>
            </a:r>
            <a:r>
              <a:rPr sz="2500" spc="-25" dirty="0">
                <a:latin typeface="Lucida Sans"/>
                <a:cs typeface="Lucida Sans"/>
              </a:rPr>
              <a:t>direct</a:t>
            </a:r>
            <a:r>
              <a:rPr sz="2500" spc="-135" dirty="0">
                <a:latin typeface="Lucida Sans"/>
                <a:cs typeface="Lucida Sans"/>
              </a:rPr>
              <a:t> </a:t>
            </a:r>
            <a:r>
              <a:rPr sz="2500" dirty="0">
                <a:latin typeface="Lucida Sans"/>
                <a:cs typeface="Lucida Sans"/>
              </a:rPr>
              <a:t>URL</a:t>
            </a:r>
            <a:r>
              <a:rPr sz="2500" spc="-135" dirty="0">
                <a:latin typeface="Lucida Sans"/>
                <a:cs typeface="Lucida Sans"/>
              </a:rPr>
              <a:t> </a:t>
            </a:r>
            <a:r>
              <a:rPr sz="2500" spc="-10" dirty="0">
                <a:latin typeface="Lucida Sans"/>
                <a:cs typeface="Lucida Sans"/>
              </a:rPr>
              <a:t>access.</a:t>
            </a:r>
            <a:endParaRPr sz="2500">
              <a:latin typeface="Lucida Sans"/>
              <a:cs typeface="Lucida Sans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11163625" y="8192001"/>
            <a:ext cx="6678295" cy="103505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139190" marR="5080" indent="-1127125">
              <a:lnSpc>
                <a:spcPct val="132500"/>
              </a:lnSpc>
              <a:spcBef>
                <a:spcPts val="100"/>
              </a:spcBef>
            </a:pPr>
            <a:r>
              <a:rPr sz="2500" spc="-10" dirty="0">
                <a:latin typeface="Lucida Sans"/>
                <a:cs typeface="Lucida Sans"/>
              </a:rPr>
              <a:t>If</a:t>
            </a:r>
            <a:r>
              <a:rPr sz="2500" spc="-155" dirty="0">
                <a:latin typeface="Lucida Sans"/>
                <a:cs typeface="Lucida Sans"/>
              </a:rPr>
              <a:t> </a:t>
            </a:r>
            <a:r>
              <a:rPr sz="2500" dirty="0">
                <a:latin typeface="Lucida Sans"/>
                <a:cs typeface="Lucida Sans"/>
              </a:rPr>
              <a:t>a</a:t>
            </a:r>
            <a:r>
              <a:rPr sz="2500" spc="-150" dirty="0">
                <a:latin typeface="Lucida Sans"/>
                <a:cs typeface="Lucida Sans"/>
              </a:rPr>
              <a:t> </a:t>
            </a:r>
            <a:r>
              <a:rPr sz="2500" dirty="0">
                <a:latin typeface="Lucida Sans"/>
                <a:cs typeface="Lucida Sans"/>
              </a:rPr>
              <a:t>user</a:t>
            </a:r>
            <a:r>
              <a:rPr sz="2500" spc="-145" dirty="0">
                <a:latin typeface="Lucida Sans"/>
                <a:cs typeface="Lucida Sans"/>
              </a:rPr>
              <a:t> </a:t>
            </a:r>
            <a:r>
              <a:rPr sz="2500" spc="-85" dirty="0">
                <a:latin typeface="Lucida Sans"/>
                <a:cs typeface="Lucida Sans"/>
              </a:rPr>
              <a:t>exists,</a:t>
            </a:r>
            <a:r>
              <a:rPr sz="2500" spc="-145" dirty="0">
                <a:latin typeface="Lucida Sans"/>
                <a:cs typeface="Lucida Sans"/>
              </a:rPr>
              <a:t> </a:t>
            </a:r>
            <a:r>
              <a:rPr sz="2500" spc="-40" dirty="0">
                <a:latin typeface="Lucida Sans"/>
                <a:cs typeface="Lucida Sans"/>
              </a:rPr>
              <a:t>passes</a:t>
            </a:r>
            <a:r>
              <a:rPr sz="2500" spc="-150" dirty="0">
                <a:latin typeface="Lucida Sans"/>
                <a:cs typeface="Lucida Sans"/>
              </a:rPr>
              <a:t> </a:t>
            </a:r>
            <a:r>
              <a:rPr sz="2500" dirty="0">
                <a:latin typeface="Lucida Sans"/>
                <a:cs typeface="Lucida Sans"/>
              </a:rPr>
              <a:t>the</a:t>
            </a:r>
            <a:r>
              <a:rPr sz="2500" spc="-150" dirty="0">
                <a:latin typeface="Lucida Sans"/>
                <a:cs typeface="Lucida Sans"/>
              </a:rPr>
              <a:t> </a:t>
            </a:r>
            <a:r>
              <a:rPr sz="2500" dirty="0">
                <a:latin typeface="Lucida Sans"/>
                <a:cs typeface="Lucida Sans"/>
              </a:rPr>
              <a:t>user</a:t>
            </a:r>
            <a:r>
              <a:rPr sz="2500" spc="-145" dirty="0">
                <a:latin typeface="Lucida Sans"/>
                <a:cs typeface="Lucida Sans"/>
              </a:rPr>
              <a:t> </a:t>
            </a:r>
            <a:r>
              <a:rPr sz="2500" spc="-40" dirty="0">
                <a:latin typeface="Lucida Sans"/>
                <a:cs typeface="Lucida Sans"/>
              </a:rPr>
              <a:t>object</a:t>
            </a:r>
            <a:r>
              <a:rPr sz="2500" spc="-150" dirty="0">
                <a:latin typeface="Lucida Sans"/>
                <a:cs typeface="Lucida Sans"/>
              </a:rPr>
              <a:t> </a:t>
            </a:r>
            <a:r>
              <a:rPr sz="2500" dirty="0">
                <a:latin typeface="Lucida Sans"/>
                <a:cs typeface="Lucida Sans"/>
              </a:rPr>
              <a:t>to</a:t>
            </a:r>
            <a:r>
              <a:rPr sz="2500" spc="-150" dirty="0">
                <a:latin typeface="Lucida Sans"/>
                <a:cs typeface="Lucida Sans"/>
              </a:rPr>
              <a:t> </a:t>
            </a:r>
            <a:r>
              <a:rPr sz="2500" spc="-25" dirty="0">
                <a:latin typeface="Lucida Sans"/>
                <a:cs typeface="Lucida Sans"/>
              </a:rPr>
              <a:t>the </a:t>
            </a:r>
            <a:r>
              <a:rPr sz="2500" spc="-55" dirty="0">
                <a:latin typeface="Lucida Sans"/>
                <a:cs typeface="Lucida Sans"/>
              </a:rPr>
              <a:t>page's</a:t>
            </a:r>
            <a:r>
              <a:rPr sz="2500" spc="-120" dirty="0">
                <a:latin typeface="Lucida Sans"/>
                <a:cs typeface="Lucida Sans"/>
              </a:rPr>
              <a:t> </a:t>
            </a:r>
            <a:r>
              <a:rPr sz="2500" dirty="0">
                <a:latin typeface="Lucida Sans"/>
                <a:cs typeface="Lucida Sans"/>
              </a:rPr>
              <a:t>own</a:t>
            </a:r>
            <a:r>
              <a:rPr sz="2500" spc="-120" dirty="0">
                <a:latin typeface="Lucida Sans"/>
                <a:cs typeface="Lucida Sans"/>
              </a:rPr>
              <a:t> </a:t>
            </a:r>
            <a:r>
              <a:rPr sz="2500" spc="-45" dirty="0">
                <a:latin typeface="Lucida Sans"/>
                <a:cs typeface="Lucida Sans"/>
              </a:rPr>
              <a:t>callback</a:t>
            </a:r>
            <a:r>
              <a:rPr sz="2500" spc="-120" dirty="0">
                <a:latin typeface="Lucida Sans"/>
                <a:cs typeface="Lucida Sans"/>
              </a:rPr>
              <a:t> </a:t>
            </a:r>
            <a:r>
              <a:rPr sz="2500" spc="-10" dirty="0">
                <a:latin typeface="Lucida Sans"/>
                <a:cs typeface="Lucida Sans"/>
              </a:rPr>
              <a:t>function.</a:t>
            </a:r>
            <a:endParaRPr sz="2500">
              <a:latin typeface="Lucida Sans"/>
              <a:cs typeface="Lucida Sans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2201620" y="2376354"/>
            <a:ext cx="9864090" cy="176212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1934845" algn="l"/>
                <a:tab pos="2507615" algn="l"/>
              </a:tabLst>
            </a:pPr>
            <a:r>
              <a:rPr sz="4100" b="1" spc="170" dirty="0">
                <a:latin typeface="Trebuchet MS"/>
                <a:cs typeface="Trebuchet MS"/>
              </a:rPr>
              <a:t>LOGIN</a:t>
            </a:r>
            <a:r>
              <a:rPr sz="4100" b="1" dirty="0">
                <a:latin typeface="Trebuchet MS"/>
                <a:cs typeface="Trebuchet MS"/>
              </a:rPr>
              <a:t>	</a:t>
            </a:r>
            <a:r>
              <a:rPr sz="4100" b="1" spc="610" dirty="0">
                <a:latin typeface="Trebuchet MS"/>
                <a:cs typeface="Trebuchet MS"/>
              </a:rPr>
              <a:t>-</a:t>
            </a:r>
            <a:r>
              <a:rPr sz="4100" b="1" dirty="0">
                <a:latin typeface="Trebuchet MS"/>
                <a:cs typeface="Trebuchet MS"/>
              </a:rPr>
              <a:t>	</a:t>
            </a:r>
            <a:r>
              <a:rPr sz="4100" b="1" spc="254" dirty="0">
                <a:latin typeface="Trebuchet MS"/>
                <a:cs typeface="Trebuchet MS"/>
              </a:rPr>
              <a:t>FIREBASE</a:t>
            </a:r>
            <a:r>
              <a:rPr sz="4100" b="1" spc="-50" dirty="0">
                <a:latin typeface="Trebuchet MS"/>
                <a:cs typeface="Trebuchet MS"/>
              </a:rPr>
              <a:t> </a:t>
            </a:r>
            <a:r>
              <a:rPr sz="4100" b="1" spc="170" dirty="0">
                <a:latin typeface="Trebuchet MS"/>
                <a:cs typeface="Trebuchet MS"/>
              </a:rPr>
              <a:t>AUTHENTICATION</a:t>
            </a:r>
            <a:endParaRPr sz="410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390"/>
              </a:spcBef>
            </a:pPr>
            <a:endParaRPr sz="4100">
              <a:latin typeface="Trebuchet MS"/>
              <a:cs typeface="Trebuchet MS"/>
            </a:endParaRPr>
          </a:p>
          <a:p>
            <a:pPr marL="36830">
              <a:lnSpc>
                <a:spcPct val="100000"/>
              </a:lnSpc>
              <a:tabLst>
                <a:tab pos="2708275" algn="l"/>
              </a:tabLst>
            </a:pPr>
            <a:r>
              <a:rPr sz="3000" spc="-45" dirty="0">
                <a:solidFill>
                  <a:srgbClr val="0F0E0D"/>
                </a:solidFill>
                <a:latin typeface="Lucida Sans"/>
                <a:cs typeface="Lucida Sans"/>
              </a:rPr>
              <a:t>Function:</a:t>
            </a:r>
            <a:r>
              <a:rPr sz="3000" spc="-175" dirty="0">
                <a:solidFill>
                  <a:srgbClr val="0F0E0D"/>
                </a:solidFill>
                <a:latin typeface="Lucida Sans"/>
                <a:cs typeface="Lucida Sans"/>
              </a:rPr>
              <a:t> </a:t>
            </a:r>
            <a:r>
              <a:rPr sz="3000" spc="-50" dirty="0">
                <a:solidFill>
                  <a:srgbClr val="0F0E0D"/>
                </a:solidFill>
                <a:latin typeface="Lucida Sans"/>
                <a:cs typeface="Lucida Sans"/>
              </a:rPr>
              <a:t>1</a:t>
            </a:r>
            <a:r>
              <a:rPr sz="3000" dirty="0">
                <a:solidFill>
                  <a:srgbClr val="0F0E0D"/>
                </a:solidFill>
                <a:latin typeface="Lucida Sans"/>
                <a:cs typeface="Lucida Sans"/>
              </a:rPr>
              <a:t>	</a:t>
            </a:r>
            <a:r>
              <a:rPr sz="3000" spc="-10" dirty="0">
                <a:solidFill>
                  <a:srgbClr val="0F0E0D"/>
                </a:solidFill>
                <a:latin typeface="Lucida Sans"/>
                <a:cs typeface="Lucida Sans"/>
              </a:rPr>
              <a:t>requireAuth</a:t>
            </a:r>
            <a:endParaRPr sz="3000">
              <a:latin typeface="Lucida Sans"/>
              <a:cs typeface="Lucida Sans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12782346" y="2410358"/>
            <a:ext cx="3541395" cy="635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000" spc="-20" dirty="0">
                <a:latin typeface="Lucida Sans"/>
                <a:cs typeface="Lucida Sans"/>
              </a:rPr>
              <a:t>(auth-</a:t>
            </a:r>
            <a:r>
              <a:rPr sz="4000" spc="-80" dirty="0">
                <a:latin typeface="Lucida Sans"/>
                <a:cs typeface="Lucida Sans"/>
              </a:rPr>
              <a:t>guard.js)</a:t>
            </a:r>
            <a:endParaRPr sz="4000">
              <a:latin typeface="Lucida Sans"/>
              <a:cs typeface="Lucida Sans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16472289" y="1054009"/>
            <a:ext cx="347980" cy="347980"/>
            <a:chOff x="16472289" y="1054009"/>
            <a:chExt cx="347980" cy="347980"/>
          </a:xfrm>
        </p:grpSpPr>
        <p:sp>
          <p:nvSpPr>
            <p:cNvPr id="3" name="object 3"/>
            <p:cNvSpPr/>
            <p:nvPr/>
          </p:nvSpPr>
          <p:spPr>
            <a:xfrm>
              <a:off x="16472289" y="1054009"/>
              <a:ext cx="347980" cy="347980"/>
            </a:xfrm>
            <a:custGeom>
              <a:avLst/>
              <a:gdLst/>
              <a:ahLst/>
              <a:cxnLst/>
              <a:rect l="l" t="t" r="r" b="b"/>
              <a:pathLst>
                <a:path w="347980" h="347980">
                  <a:moveTo>
                    <a:pt x="173727" y="347455"/>
                  </a:moveTo>
                  <a:lnTo>
                    <a:pt x="127543" y="341249"/>
                  </a:lnTo>
                  <a:lnTo>
                    <a:pt x="86043" y="323736"/>
                  </a:lnTo>
                  <a:lnTo>
                    <a:pt x="50883" y="296571"/>
                  </a:lnTo>
                  <a:lnTo>
                    <a:pt x="23718" y="261411"/>
                  </a:lnTo>
                  <a:lnTo>
                    <a:pt x="6205" y="219910"/>
                  </a:lnTo>
                  <a:lnTo>
                    <a:pt x="0" y="173727"/>
                  </a:lnTo>
                  <a:lnTo>
                    <a:pt x="6205" y="127543"/>
                  </a:lnTo>
                  <a:lnTo>
                    <a:pt x="23718" y="86043"/>
                  </a:lnTo>
                  <a:lnTo>
                    <a:pt x="50883" y="50883"/>
                  </a:lnTo>
                  <a:lnTo>
                    <a:pt x="86043" y="23718"/>
                  </a:lnTo>
                  <a:lnTo>
                    <a:pt x="127543" y="6205"/>
                  </a:lnTo>
                  <a:lnTo>
                    <a:pt x="173727" y="0"/>
                  </a:lnTo>
                  <a:lnTo>
                    <a:pt x="219910" y="6205"/>
                  </a:lnTo>
                  <a:lnTo>
                    <a:pt x="261410" y="23718"/>
                  </a:lnTo>
                  <a:lnTo>
                    <a:pt x="296571" y="50883"/>
                  </a:lnTo>
                  <a:lnTo>
                    <a:pt x="323736" y="86043"/>
                  </a:lnTo>
                  <a:lnTo>
                    <a:pt x="341249" y="127543"/>
                  </a:lnTo>
                  <a:lnTo>
                    <a:pt x="347455" y="173727"/>
                  </a:lnTo>
                  <a:lnTo>
                    <a:pt x="341249" y="219910"/>
                  </a:lnTo>
                  <a:lnTo>
                    <a:pt x="323736" y="261411"/>
                  </a:lnTo>
                  <a:lnTo>
                    <a:pt x="296571" y="296571"/>
                  </a:lnTo>
                  <a:lnTo>
                    <a:pt x="261410" y="323736"/>
                  </a:lnTo>
                  <a:lnTo>
                    <a:pt x="219910" y="341249"/>
                  </a:lnTo>
                  <a:lnTo>
                    <a:pt x="173727" y="347455"/>
                  </a:lnTo>
                  <a:close/>
                </a:path>
              </a:pathLst>
            </a:custGeom>
            <a:solidFill>
              <a:srgbClr val="ECEBE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16548633" y="1163725"/>
              <a:ext cx="194945" cy="128270"/>
            </a:xfrm>
            <a:custGeom>
              <a:avLst/>
              <a:gdLst/>
              <a:ahLst/>
              <a:cxnLst/>
              <a:rect l="l" t="t" r="r" b="b"/>
              <a:pathLst>
                <a:path w="194944" h="128269">
                  <a:moveTo>
                    <a:pt x="194741" y="115023"/>
                  </a:moveTo>
                  <a:lnTo>
                    <a:pt x="191008" y="111290"/>
                  </a:lnTo>
                  <a:lnTo>
                    <a:pt x="3733" y="111290"/>
                  </a:lnTo>
                  <a:lnTo>
                    <a:pt x="0" y="115023"/>
                  </a:lnTo>
                  <a:lnTo>
                    <a:pt x="0" y="124244"/>
                  </a:lnTo>
                  <a:lnTo>
                    <a:pt x="3733" y="127977"/>
                  </a:lnTo>
                  <a:lnTo>
                    <a:pt x="191008" y="127977"/>
                  </a:lnTo>
                  <a:lnTo>
                    <a:pt x="194741" y="124244"/>
                  </a:lnTo>
                  <a:lnTo>
                    <a:pt x="194741" y="119634"/>
                  </a:lnTo>
                  <a:lnTo>
                    <a:pt x="194741" y="115023"/>
                  </a:lnTo>
                  <a:close/>
                </a:path>
                <a:path w="194944" h="128269">
                  <a:moveTo>
                    <a:pt x="194741" y="59385"/>
                  </a:moveTo>
                  <a:lnTo>
                    <a:pt x="191008" y="55651"/>
                  </a:lnTo>
                  <a:lnTo>
                    <a:pt x="3733" y="55651"/>
                  </a:lnTo>
                  <a:lnTo>
                    <a:pt x="0" y="59385"/>
                  </a:lnTo>
                  <a:lnTo>
                    <a:pt x="0" y="68605"/>
                  </a:lnTo>
                  <a:lnTo>
                    <a:pt x="3733" y="72339"/>
                  </a:lnTo>
                  <a:lnTo>
                    <a:pt x="191008" y="72339"/>
                  </a:lnTo>
                  <a:lnTo>
                    <a:pt x="194741" y="68605"/>
                  </a:lnTo>
                  <a:lnTo>
                    <a:pt x="194741" y="63995"/>
                  </a:lnTo>
                  <a:lnTo>
                    <a:pt x="194741" y="59385"/>
                  </a:lnTo>
                  <a:close/>
                </a:path>
                <a:path w="194944" h="128269">
                  <a:moveTo>
                    <a:pt x="194741" y="3746"/>
                  </a:moveTo>
                  <a:lnTo>
                    <a:pt x="191008" y="0"/>
                  </a:lnTo>
                  <a:lnTo>
                    <a:pt x="3733" y="0"/>
                  </a:lnTo>
                  <a:lnTo>
                    <a:pt x="0" y="3746"/>
                  </a:lnTo>
                  <a:lnTo>
                    <a:pt x="0" y="12954"/>
                  </a:lnTo>
                  <a:lnTo>
                    <a:pt x="3733" y="16700"/>
                  </a:lnTo>
                  <a:lnTo>
                    <a:pt x="191008" y="16700"/>
                  </a:lnTo>
                  <a:lnTo>
                    <a:pt x="194741" y="12954"/>
                  </a:lnTo>
                  <a:lnTo>
                    <a:pt x="194741" y="8343"/>
                  </a:lnTo>
                  <a:lnTo>
                    <a:pt x="194741" y="3746"/>
                  </a:lnTo>
                  <a:close/>
                </a:path>
              </a:pathLst>
            </a:custGeom>
            <a:solidFill>
              <a:srgbClr val="EF402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5" name="object 5"/>
          <p:cNvGrpSpPr/>
          <p:nvPr/>
        </p:nvGrpSpPr>
        <p:grpSpPr>
          <a:xfrm>
            <a:off x="16911866" y="1054007"/>
            <a:ext cx="342900" cy="342900"/>
            <a:chOff x="16911866" y="1054007"/>
            <a:chExt cx="342900" cy="342900"/>
          </a:xfrm>
        </p:grpSpPr>
        <p:sp>
          <p:nvSpPr>
            <p:cNvPr id="6" name="object 6"/>
            <p:cNvSpPr/>
            <p:nvPr/>
          </p:nvSpPr>
          <p:spPr>
            <a:xfrm>
              <a:off x="16911866" y="1054007"/>
              <a:ext cx="342900" cy="342900"/>
            </a:xfrm>
            <a:custGeom>
              <a:avLst/>
              <a:gdLst/>
              <a:ahLst/>
              <a:cxnLst/>
              <a:rect l="l" t="t" r="r" b="b"/>
              <a:pathLst>
                <a:path w="342900" h="342900">
                  <a:moveTo>
                    <a:pt x="206816" y="342899"/>
                  </a:moveTo>
                  <a:lnTo>
                    <a:pt x="140525" y="342899"/>
                  </a:lnTo>
                  <a:lnTo>
                    <a:pt x="127556" y="341151"/>
                  </a:lnTo>
                  <a:lnTo>
                    <a:pt x="86083" y="323618"/>
                  </a:lnTo>
                  <a:lnTo>
                    <a:pt x="50920" y="296435"/>
                  </a:lnTo>
                  <a:lnTo>
                    <a:pt x="23737" y="261272"/>
                  </a:lnTo>
                  <a:lnTo>
                    <a:pt x="6204" y="219799"/>
                  </a:lnTo>
                  <a:lnTo>
                    <a:pt x="1049" y="181536"/>
                  </a:lnTo>
                  <a:lnTo>
                    <a:pt x="0" y="173623"/>
                  </a:lnTo>
                  <a:lnTo>
                    <a:pt x="6204" y="127570"/>
                  </a:lnTo>
                  <a:lnTo>
                    <a:pt x="23737" y="86097"/>
                  </a:lnTo>
                  <a:lnTo>
                    <a:pt x="50920" y="50934"/>
                  </a:lnTo>
                  <a:lnTo>
                    <a:pt x="86083" y="23751"/>
                  </a:lnTo>
                  <a:lnTo>
                    <a:pt x="127556" y="6218"/>
                  </a:lnTo>
                  <a:lnTo>
                    <a:pt x="173671" y="0"/>
                  </a:lnTo>
                  <a:lnTo>
                    <a:pt x="219785" y="6218"/>
                  </a:lnTo>
                  <a:lnTo>
                    <a:pt x="261258" y="23751"/>
                  </a:lnTo>
                  <a:lnTo>
                    <a:pt x="296421" y="50934"/>
                  </a:lnTo>
                  <a:lnTo>
                    <a:pt x="314155" y="73875"/>
                  </a:lnTo>
                  <a:lnTo>
                    <a:pt x="152033" y="73875"/>
                  </a:lnTo>
                  <a:lnTo>
                    <a:pt x="122613" y="79606"/>
                  </a:lnTo>
                  <a:lnTo>
                    <a:pt x="96787" y="96801"/>
                  </a:lnTo>
                  <a:lnTo>
                    <a:pt x="79592" y="122644"/>
                  </a:lnTo>
                  <a:lnTo>
                    <a:pt x="73861" y="152090"/>
                  </a:lnTo>
                  <a:lnTo>
                    <a:pt x="79592" y="181536"/>
                  </a:lnTo>
                  <a:lnTo>
                    <a:pt x="108999" y="217409"/>
                  </a:lnTo>
                  <a:lnTo>
                    <a:pt x="152018" y="230305"/>
                  </a:lnTo>
                  <a:lnTo>
                    <a:pt x="213965" y="230305"/>
                  </a:lnTo>
                  <a:lnTo>
                    <a:pt x="245807" y="262147"/>
                  </a:lnTo>
                  <a:lnTo>
                    <a:pt x="248007" y="264463"/>
                  </a:lnTo>
                  <a:lnTo>
                    <a:pt x="251017" y="265621"/>
                  </a:lnTo>
                  <a:lnTo>
                    <a:pt x="320242" y="265621"/>
                  </a:lnTo>
                  <a:lnTo>
                    <a:pt x="296421" y="296435"/>
                  </a:lnTo>
                  <a:lnTo>
                    <a:pt x="261258" y="323618"/>
                  </a:lnTo>
                  <a:lnTo>
                    <a:pt x="219785" y="341151"/>
                  </a:lnTo>
                  <a:lnTo>
                    <a:pt x="206816" y="342899"/>
                  </a:lnTo>
                  <a:close/>
                </a:path>
                <a:path w="342900" h="342900">
                  <a:moveTo>
                    <a:pt x="320242" y="265621"/>
                  </a:moveTo>
                  <a:lnTo>
                    <a:pt x="256922" y="265621"/>
                  </a:lnTo>
                  <a:lnTo>
                    <a:pt x="259933" y="264463"/>
                  </a:lnTo>
                  <a:lnTo>
                    <a:pt x="262133" y="262147"/>
                  </a:lnTo>
                  <a:lnTo>
                    <a:pt x="266649" y="257631"/>
                  </a:lnTo>
                  <a:lnTo>
                    <a:pt x="266649" y="250336"/>
                  </a:lnTo>
                  <a:lnTo>
                    <a:pt x="214891" y="198579"/>
                  </a:lnTo>
                  <a:lnTo>
                    <a:pt x="227197" y="173623"/>
                  </a:lnTo>
                  <a:lnTo>
                    <a:pt x="223456" y="120064"/>
                  </a:lnTo>
                  <a:lnTo>
                    <a:pt x="181474" y="79606"/>
                  </a:lnTo>
                  <a:lnTo>
                    <a:pt x="152033" y="73875"/>
                  </a:lnTo>
                  <a:lnTo>
                    <a:pt x="314155" y="73875"/>
                  </a:lnTo>
                  <a:lnTo>
                    <a:pt x="323604" y="86097"/>
                  </a:lnTo>
                  <a:lnTo>
                    <a:pt x="341137" y="127570"/>
                  </a:lnTo>
                  <a:lnTo>
                    <a:pt x="342891" y="140581"/>
                  </a:lnTo>
                  <a:lnTo>
                    <a:pt x="342811" y="207379"/>
                  </a:lnTo>
                  <a:lnTo>
                    <a:pt x="341137" y="219799"/>
                  </a:lnTo>
                  <a:lnTo>
                    <a:pt x="323604" y="261272"/>
                  </a:lnTo>
                  <a:lnTo>
                    <a:pt x="320242" y="265621"/>
                  </a:lnTo>
                  <a:close/>
                </a:path>
                <a:path w="342900" h="342900">
                  <a:moveTo>
                    <a:pt x="213965" y="230305"/>
                  </a:moveTo>
                  <a:lnTo>
                    <a:pt x="152018" y="230305"/>
                  </a:lnTo>
                  <a:lnTo>
                    <a:pt x="164290" y="229332"/>
                  </a:lnTo>
                  <a:lnTo>
                    <a:pt x="176290" y="226426"/>
                  </a:lnTo>
                  <a:lnTo>
                    <a:pt x="187791" y="221610"/>
                  </a:lnTo>
                  <a:lnTo>
                    <a:pt x="198565" y="214905"/>
                  </a:lnTo>
                  <a:lnTo>
                    <a:pt x="213965" y="230305"/>
                  </a:lnTo>
                  <a:close/>
                </a:path>
              </a:pathLst>
            </a:custGeom>
            <a:solidFill>
              <a:srgbClr val="ECEBE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7" name="object 7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7008914" y="1151040"/>
              <a:ext cx="110057" cy="110085"/>
            </a:xfrm>
            <a:prstGeom prst="rect">
              <a:avLst/>
            </a:prstGeom>
          </p:spPr>
        </p:pic>
      </p:grpSp>
      <p:sp>
        <p:nvSpPr>
          <p:cNvPr id="8" name="object 8"/>
          <p:cNvSpPr/>
          <p:nvPr/>
        </p:nvSpPr>
        <p:spPr>
          <a:xfrm>
            <a:off x="2214320" y="2193766"/>
            <a:ext cx="864869" cy="96520"/>
          </a:xfrm>
          <a:custGeom>
            <a:avLst/>
            <a:gdLst/>
            <a:ahLst/>
            <a:cxnLst/>
            <a:rect l="l" t="t" r="r" b="b"/>
            <a:pathLst>
              <a:path w="864869" h="96519">
                <a:moveTo>
                  <a:pt x="816562" y="95908"/>
                </a:moveTo>
                <a:lnTo>
                  <a:pt x="47954" y="95908"/>
                </a:lnTo>
                <a:lnTo>
                  <a:pt x="38554" y="94978"/>
                </a:lnTo>
                <a:lnTo>
                  <a:pt x="3649" y="66306"/>
                </a:lnTo>
                <a:lnTo>
                  <a:pt x="0" y="47954"/>
                </a:lnTo>
                <a:lnTo>
                  <a:pt x="929" y="38554"/>
                </a:lnTo>
                <a:lnTo>
                  <a:pt x="29602" y="3649"/>
                </a:lnTo>
                <a:lnTo>
                  <a:pt x="47954" y="0"/>
                </a:lnTo>
                <a:lnTo>
                  <a:pt x="816562" y="0"/>
                </a:lnTo>
                <a:lnTo>
                  <a:pt x="856463" y="21348"/>
                </a:lnTo>
                <a:lnTo>
                  <a:pt x="864525" y="47954"/>
                </a:lnTo>
                <a:lnTo>
                  <a:pt x="863594" y="57353"/>
                </a:lnTo>
                <a:lnTo>
                  <a:pt x="834916" y="92258"/>
                </a:lnTo>
                <a:lnTo>
                  <a:pt x="816562" y="95908"/>
                </a:lnTo>
                <a:close/>
              </a:path>
            </a:pathLst>
          </a:custGeom>
          <a:solidFill>
            <a:srgbClr val="A6182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3201771" y="2193766"/>
            <a:ext cx="864869" cy="96520"/>
          </a:xfrm>
          <a:custGeom>
            <a:avLst/>
            <a:gdLst/>
            <a:ahLst/>
            <a:cxnLst/>
            <a:rect l="l" t="t" r="r" b="b"/>
            <a:pathLst>
              <a:path w="864870" h="96519">
                <a:moveTo>
                  <a:pt x="816559" y="95908"/>
                </a:moveTo>
                <a:lnTo>
                  <a:pt x="47945" y="95908"/>
                </a:lnTo>
                <a:lnTo>
                  <a:pt x="38551" y="94978"/>
                </a:lnTo>
                <a:lnTo>
                  <a:pt x="3653" y="66306"/>
                </a:lnTo>
                <a:lnTo>
                  <a:pt x="0" y="47954"/>
                </a:lnTo>
                <a:lnTo>
                  <a:pt x="931" y="38554"/>
                </a:lnTo>
                <a:lnTo>
                  <a:pt x="29603" y="3649"/>
                </a:lnTo>
                <a:lnTo>
                  <a:pt x="47945" y="0"/>
                </a:lnTo>
                <a:lnTo>
                  <a:pt x="816559" y="0"/>
                </a:lnTo>
                <a:lnTo>
                  <a:pt x="856472" y="21348"/>
                </a:lnTo>
                <a:lnTo>
                  <a:pt x="864534" y="47954"/>
                </a:lnTo>
                <a:lnTo>
                  <a:pt x="863603" y="57353"/>
                </a:lnTo>
                <a:lnTo>
                  <a:pt x="834927" y="92258"/>
                </a:lnTo>
                <a:lnTo>
                  <a:pt x="816559" y="95908"/>
                </a:lnTo>
                <a:close/>
              </a:path>
            </a:pathLst>
          </a:custGeom>
          <a:solidFill>
            <a:srgbClr val="A6182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1363269" y="1475559"/>
            <a:ext cx="851535" cy="0"/>
          </a:xfrm>
          <a:custGeom>
            <a:avLst/>
            <a:gdLst/>
            <a:ahLst/>
            <a:cxnLst/>
            <a:rect l="l" t="t" r="r" b="b"/>
            <a:pathLst>
              <a:path w="851535">
                <a:moveTo>
                  <a:pt x="0" y="0"/>
                </a:moveTo>
                <a:lnTo>
                  <a:pt x="851049" y="0"/>
                </a:lnTo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2318866" y="3523944"/>
            <a:ext cx="2390775" cy="845819"/>
          </a:xfrm>
          <a:custGeom>
            <a:avLst/>
            <a:gdLst/>
            <a:ahLst/>
            <a:cxnLst/>
            <a:rect l="l" t="t" r="r" b="b"/>
            <a:pathLst>
              <a:path w="2390775" h="845820">
                <a:moveTo>
                  <a:pt x="2390776" y="476127"/>
                </a:moveTo>
                <a:lnTo>
                  <a:pt x="2383182" y="519585"/>
                </a:lnTo>
                <a:lnTo>
                  <a:pt x="2369703" y="565220"/>
                </a:lnTo>
                <a:lnTo>
                  <a:pt x="2351382" y="608549"/>
                </a:lnTo>
                <a:lnTo>
                  <a:pt x="2328538" y="649257"/>
                </a:lnTo>
                <a:lnTo>
                  <a:pt x="2301487" y="687026"/>
                </a:lnTo>
                <a:lnTo>
                  <a:pt x="2270545" y="721539"/>
                </a:lnTo>
                <a:lnTo>
                  <a:pt x="2236032" y="752480"/>
                </a:lnTo>
                <a:lnTo>
                  <a:pt x="2198262" y="779530"/>
                </a:lnTo>
                <a:lnTo>
                  <a:pt x="2157553" y="802374"/>
                </a:lnTo>
                <a:lnTo>
                  <a:pt x="2114224" y="820692"/>
                </a:lnTo>
                <a:lnTo>
                  <a:pt x="2068589" y="834170"/>
                </a:lnTo>
                <a:lnTo>
                  <a:pt x="2020967" y="842488"/>
                </a:lnTo>
                <a:lnTo>
                  <a:pt x="1971675" y="845341"/>
                </a:lnTo>
                <a:lnTo>
                  <a:pt x="422671" y="845341"/>
                </a:lnTo>
                <a:lnTo>
                  <a:pt x="373380" y="842488"/>
                </a:lnTo>
                <a:lnTo>
                  <a:pt x="325759" y="834169"/>
                </a:lnTo>
                <a:lnTo>
                  <a:pt x="280126" y="820691"/>
                </a:lnTo>
                <a:lnTo>
                  <a:pt x="236797" y="802371"/>
                </a:lnTo>
                <a:lnTo>
                  <a:pt x="196089" y="779528"/>
                </a:lnTo>
                <a:lnTo>
                  <a:pt x="158319" y="752478"/>
                </a:lnTo>
                <a:lnTo>
                  <a:pt x="123805" y="721538"/>
                </a:lnTo>
                <a:lnTo>
                  <a:pt x="92864" y="687025"/>
                </a:lnTo>
                <a:lnTo>
                  <a:pt x="65812" y="649256"/>
                </a:lnTo>
                <a:lnTo>
                  <a:pt x="42966" y="608549"/>
                </a:lnTo>
                <a:lnTo>
                  <a:pt x="24645" y="565220"/>
                </a:lnTo>
                <a:lnTo>
                  <a:pt x="11165" y="519586"/>
                </a:lnTo>
                <a:lnTo>
                  <a:pt x="2844" y="471964"/>
                </a:lnTo>
                <a:lnTo>
                  <a:pt x="0" y="422671"/>
                </a:lnTo>
                <a:lnTo>
                  <a:pt x="2842" y="373379"/>
                </a:lnTo>
                <a:lnTo>
                  <a:pt x="11160" y="325756"/>
                </a:lnTo>
                <a:lnTo>
                  <a:pt x="24638" y="280121"/>
                </a:lnTo>
                <a:lnTo>
                  <a:pt x="42957" y="236789"/>
                </a:lnTo>
                <a:lnTo>
                  <a:pt x="65800" y="196080"/>
                </a:lnTo>
                <a:lnTo>
                  <a:pt x="92852" y="158309"/>
                </a:lnTo>
                <a:lnTo>
                  <a:pt x="123794" y="123794"/>
                </a:lnTo>
                <a:lnTo>
                  <a:pt x="158309" y="92853"/>
                </a:lnTo>
                <a:lnTo>
                  <a:pt x="196080" y="65802"/>
                </a:lnTo>
                <a:lnTo>
                  <a:pt x="236789" y="42958"/>
                </a:lnTo>
                <a:lnTo>
                  <a:pt x="280120" y="24639"/>
                </a:lnTo>
                <a:lnTo>
                  <a:pt x="325756" y="11162"/>
                </a:lnTo>
                <a:lnTo>
                  <a:pt x="373378" y="2843"/>
                </a:lnTo>
                <a:lnTo>
                  <a:pt x="422671" y="0"/>
                </a:lnTo>
                <a:lnTo>
                  <a:pt x="1971675" y="0"/>
                </a:lnTo>
                <a:lnTo>
                  <a:pt x="2020969" y="2842"/>
                </a:lnTo>
                <a:lnTo>
                  <a:pt x="2068592" y="11160"/>
                </a:lnTo>
                <a:lnTo>
                  <a:pt x="2114229" y="24636"/>
                </a:lnTo>
                <a:lnTo>
                  <a:pt x="2157561" y="42955"/>
                </a:lnTo>
                <a:lnTo>
                  <a:pt x="2198271" y="65798"/>
                </a:lnTo>
                <a:lnTo>
                  <a:pt x="2236043" y="92850"/>
                </a:lnTo>
                <a:lnTo>
                  <a:pt x="2270558" y="123792"/>
                </a:lnTo>
                <a:lnTo>
                  <a:pt x="2301499" y="158307"/>
                </a:lnTo>
                <a:lnTo>
                  <a:pt x="2328550" y="196079"/>
                </a:lnTo>
                <a:lnTo>
                  <a:pt x="2351392" y="236789"/>
                </a:lnTo>
                <a:lnTo>
                  <a:pt x="2369710" y="280121"/>
                </a:lnTo>
                <a:lnTo>
                  <a:pt x="2383186" y="325756"/>
                </a:lnTo>
                <a:lnTo>
                  <a:pt x="2390773" y="369199"/>
                </a:lnTo>
              </a:path>
            </a:pathLst>
          </a:custGeom>
          <a:ln w="1905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8786926" y="4207459"/>
            <a:ext cx="0" cy="5051425"/>
          </a:xfrm>
          <a:custGeom>
            <a:avLst/>
            <a:gdLst/>
            <a:ahLst/>
            <a:cxnLst/>
            <a:rect l="l" t="t" r="r" b="b"/>
            <a:pathLst>
              <a:path h="5051425">
                <a:moveTo>
                  <a:pt x="0" y="0"/>
                </a:moveTo>
                <a:lnTo>
                  <a:pt x="0" y="5050926"/>
                </a:lnTo>
              </a:path>
            </a:pathLst>
          </a:custGeom>
          <a:ln w="38100">
            <a:solidFill>
              <a:srgbClr val="A6182E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9860829" y="4458248"/>
            <a:ext cx="681990" cy="672465"/>
          </a:xfrm>
          <a:custGeom>
            <a:avLst/>
            <a:gdLst/>
            <a:ahLst/>
            <a:cxnLst/>
            <a:rect l="l" t="t" r="r" b="b"/>
            <a:pathLst>
              <a:path w="681990" h="672464">
                <a:moveTo>
                  <a:pt x="370818" y="0"/>
                </a:moveTo>
                <a:lnTo>
                  <a:pt x="416786" y="3641"/>
                </a:lnTo>
                <a:lnTo>
                  <a:pt x="460662" y="14222"/>
                </a:lnTo>
                <a:lnTo>
                  <a:pt x="501964" y="31222"/>
                </a:lnTo>
                <a:lnTo>
                  <a:pt x="540210" y="54122"/>
                </a:lnTo>
                <a:lnTo>
                  <a:pt x="574919" y="82403"/>
                </a:lnTo>
                <a:lnTo>
                  <a:pt x="605609" y="115546"/>
                </a:lnTo>
                <a:lnTo>
                  <a:pt x="631799" y="153031"/>
                </a:lnTo>
                <a:lnTo>
                  <a:pt x="653007" y="194337"/>
                </a:lnTo>
                <a:lnTo>
                  <a:pt x="668752" y="238947"/>
                </a:lnTo>
                <a:lnTo>
                  <a:pt x="678553" y="286338"/>
                </a:lnTo>
                <a:lnTo>
                  <a:pt x="681929" y="335992"/>
                </a:lnTo>
                <a:lnTo>
                  <a:pt x="678557" y="385647"/>
                </a:lnTo>
                <a:lnTo>
                  <a:pt x="668759" y="433040"/>
                </a:lnTo>
                <a:lnTo>
                  <a:pt x="653016" y="477651"/>
                </a:lnTo>
                <a:lnTo>
                  <a:pt x="631809" y="518960"/>
                </a:lnTo>
                <a:lnTo>
                  <a:pt x="605621" y="556448"/>
                </a:lnTo>
                <a:lnTo>
                  <a:pt x="574932" y="589596"/>
                </a:lnTo>
                <a:lnTo>
                  <a:pt x="540224" y="617882"/>
                </a:lnTo>
                <a:lnTo>
                  <a:pt x="501977" y="640789"/>
                </a:lnTo>
                <a:lnTo>
                  <a:pt x="460673" y="657794"/>
                </a:lnTo>
                <a:lnTo>
                  <a:pt x="416793" y="668379"/>
                </a:lnTo>
                <a:lnTo>
                  <a:pt x="370818" y="672023"/>
                </a:lnTo>
                <a:lnTo>
                  <a:pt x="311109" y="672023"/>
                </a:lnTo>
                <a:lnTo>
                  <a:pt x="265134" y="668379"/>
                </a:lnTo>
                <a:lnTo>
                  <a:pt x="221253" y="657794"/>
                </a:lnTo>
                <a:lnTo>
                  <a:pt x="179949" y="640788"/>
                </a:lnTo>
                <a:lnTo>
                  <a:pt x="141702" y="617882"/>
                </a:lnTo>
                <a:lnTo>
                  <a:pt x="106994" y="589595"/>
                </a:lnTo>
                <a:lnTo>
                  <a:pt x="76305" y="556448"/>
                </a:lnTo>
                <a:lnTo>
                  <a:pt x="50117" y="518960"/>
                </a:lnTo>
                <a:lnTo>
                  <a:pt x="28911" y="477651"/>
                </a:lnTo>
                <a:lnTo>
                  <a:pt x="13168" y="433039"/>
                </a:lnTo>
                <a:lnTo>
                  <a:pt x="3371" y="385647"/>
                </a:lnTo>
                <a:lnTo>
                  <a:pt x="0" y="335992"/>
                </a:lnTo>
                <a:lnTo>
                  <a:pt x="3375" y="286338"/>
                </a:lnTo>
                <a:lnTo>
                  <a:pt x="13175" y="238947"/>
                </a:lnTo>
                <a:lnTo>
                  <a:pt x="28920" y="194338"/>
                </a:lnTo>
                <a:lnTo>
                  <a:pt x="50128" y="153032"/>
                </a:lnTo>
                <a:lnTo>
                  <a:pt x="76317" y="115547"/>
                </a:lnTo>
                <a:lnTo>
                  <a:pt x="107007" y="82405"/>
                </a:lnTo>
                <a:lnTo>
                  <a:pt x="141715" y="54124"/>
                </a:lnTo>
                <a:lnTo>
                  <a:pt x="179961" y="31223"/>
                </a:lnTo>
                <a:lnTo>
                  <a:pt x="221262" y="14223"/>
                </a:lnTo>
                <a:lnTo>
                  <a:pt x="265138" y="3642"/>
                </a:lnTo>
                <a:lnTo>
                  <a:pt x="311110" y="0"/>
                </a:lnTo>
                <a:lnTo>
                  <a:pt x="370818" y="0"/>
                </a:lnTo>
              </a:path>
            </a:pathLst>
          </a:custGeom>
          <a:ln w="19050">
            <a:solidFill>
              <a:srgbClr val="A6182E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 txBox="1"/>
          <p:nvPr/>
        </p:nvSpPr>
        <p:spPr>
          <a:xfrm>
            <a:off x="10087443" y="4566169"/>
            <a:ext cx="229235" cy="4521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spc="-120" dirty="0">
                <a:latin typeface="Lucida Sans"/>
                <a:cs typeface="Lucida Sans"/>
              </a:rPr>
              <a:t>1</a:t>
            </a:r>
            <a:endParaRPr sz="2800">
              <a:latin typeface="Lucida Sans"/>
              <a:cs typeface="Lucida Sans"/>
            </a:endParaRPr>
          </a:p>
        </p:txBody>
      </p:sp>
      <p:sp>
        <p:nvSpPr>
          <p:cNvPr id="15" name="object 15"/>
          <p:cNvSpPr/>
          <p:nvPr/>
        </p:nvSpPr>
        <p:spPr>
          <a:xfrm>
            <a:off x="9860829" y="6185427"/>
            <a:ext cx="681990" cy="672465"/>
          </a:xfrm>
          <a:custGeom>
            <a:avLst/>
            <a:gdLst/>
            <a:ahLst/>
            <a:cxnLst/>
            <a:rect l="l" t="t" r="r" b="b"/>
            <a:pathLst>
              <a:path w="681990" h="672465">
                <a:moveTo>
                  <a:pt x="370818" y="0"/>
                </a:moveTo>
                <a:lnTo>
                  <a:pt x="416793" y="3644"/>
                </a:lnTo>
                <a:lnTo>
                  <a:pt x="460672" y="14228"/>
                </a:lnTo>
                <a:lnTo>
                  <a:pt x="501975" y="31234"/>
                </a:lnTo>
                <a:lnTo>
                  <a:pt x="540220" y="54139"/>
                </a:lnTo>
                <a:lnTo>
                  <a:pt x="574927" y="82425"/>
                </a:lnTo>
                <a:lnTo>
                  <a:pt x="605615" y="115572"/>
                </a:lnTo>
                <a:lnTo>
                  <a:pt x="631803" y="153059"/>
                </a:lnTo>
                <a:lnTo>
                  <a:pt x="653009" y="194367"/>
                </a:lnTo>
                <a:lnTo>
                  <a:pt x="668753" y="238977"/>
                </a:lnTo>
                <a:lnTo>
                  <a:pt x="678553" y="286368"/>
                </a:lnTo>
                <a:lnTo>
                  <a:pt x="681929" y="336023"/>
                </a:lnTo>
                <a:lnTo>
                  <a:pt x="678557" y="385677"/>
                </a:lnTo>
                <a:lnTo>
                  <a:pt x="668759" y="433070"/>
                </a:lnTo>
                <a:lnTo>
                  <a:pt x="653016" y="477681"/>
                </a:lnTo>
                <a:lnTo>
                  <a:pt x="631809" y="518991"/>
                </a:lnTo>
                <a:lnTo>
                  <a:pt x="605621" y="556479"/>
                </a:lnTo>
                <a:lnTo>
                  <a:pt x="574932" y="589626"/>
                </a:lnTo>
                <a:lnTo>
                  <a:pt x="540224" y="617913"/>
                </a:lnTo>
                <a:lnTo>
                  <a:pt x="501977" y="640819"/>
                </a:lnTo>
                <a:lnTo>
                  <a:pt x="460673" y="657825"/>
                </a:lnTo>
                <a:lnTo>
                  <a:pt x="416793" y="668409"/>
                </a:lnTo>
                <a:lnTo>
                  <a:pt x="370818" y="672053"/>
                </a:lnTo>
                <a:lnTo>
                  <a:pt x="311109" y="672053"/>
                </a:lnTo>
                <a:lnTo>
                  <a:pt x="265134" y="668409"/>
                </a:lnTo>
                <a:lnTo>
                  <a:pt x="221253" y="657824"/>
                </a:lnTo>
                <a:lnTo>
                  <a:pt x="179949" y="640818"/>
                </a:lnTo>
                <a:lnTo>
                  <a:pt x="141702" y="617912"/>
                </a:lnTo>
                <a:lnTo>
                  <a:pt x="106994" y="589626"/>
                </a:lnTo>
                <a:lnTo>
                  <a:pt x="76305" y="556479"/>
                </a:lnTo>
                <a:lnTo>
                  <a:pt x="50117" y="518990"/>
                </a:lnTo>
                <a:lnTo>
                  <a:pt x="28911" y="477681"/>
                </a:lnTo>
                <a:lnTo>
                  <a:pt x="13168" y="433070"/>
                </a:lnTo>
                <a:lnTo>
                  <a:pt x="3371" y="385677"/>
                </a:lnTo>
                <a:lnTo>
                  <a:pt x="0" y="336023"/>
                </a:lnTo>
                <a:lnTo>
                  <a:pt x="3375" y="286369"/>
                </a:lnTo>
                <a:lnTo>
                  <a:pt x="13174" y="238977"/>
                </a:lnTo>
                <a:lnTo>
                  <a:pt x="28918" y="194368"/>
                </a:lnTo>
                <a:lnTo>
                  <a:pt x="50123" y="153059"/>
                </a:lnTo>
                <a:lnTo>
                  <a:pt x="76311" y="115572"/>
                </a:lnTo>
                <a:lnTo>
                  <a:pt x="106999" y="82425"/>
                </a:lnTo>
                <a:lnTo>
                  <a:pt x="141706" y="54138"/>
                </a:lnTo>
                <a:lnTo>
                  <a:pt x="179952" y="31233"/>
                </a:lnTo>
                <a:lnTo>
                  <a:pt x="221256" y="14227"/>
                </a:lnTo>
                <a:lnTo>
                  <a:pt x="265136" y="3643"/>
                </a:lnTo>
                <a:lnTo>
                  <a:pt x="311110" y="0"/>
                </a:lnTo>
                <a:lnTo>
                  <a:pt x="370818" y="0"/>
                </a:lnTo>
              </a:path>
            </a:pathLst>
          </a:custGeom>
          <a:ln w="19050">
            <a:solidFill>
              <a:srgbClr val="A6182E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 txBox="1"/>
          <p:nvPr/>
        </p:nvSpPr>
        <p:spPr>
          <a:xfrm>
            <a:off x="10087443" y="6293379"/>
            <a:ext cx="229235" cy="4521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spc="-120" dirty="0">
                <a:latin typeface="Lucida Sans"/>
                <a:cs typeface="Lucida Sans"/>
              </a:rPr>
              <a:t>2</a:t>
            </a:r>
            <a:endParaRPr sz="2800">
              <a:latin typeface="Lucida Sans"/>
              <a:cs typeface="Lucida Sans"/>
            </a:endParaRPr>
          </a:p>
        </p:txBody>
      </p:sp>
      <p:sp>
        <p:nvSpPr>
          <p:cNvPr id="17" name="object 17"/>
          <p:cNvSpPr/>
          <p:nvPr/>
        </p:nvSpPr>
        <p:spPr>
          <a:xfrm>
            <a:off x="9860828" y="8134898"/>
            <a:ext cx="681990" cy="672465"/>
          </a:xfrm>
          <a:custGeom>
            <a:avLst/>
            <a:gdLst/>
            <a:ahLst/>
            <a:cxnLst/>
            <a:rect l="l" t="t" r="r" b="b"/>
            <a:pathLst>
              <a:path w="681990" h="672465">
                <a:moveTo>
                  <a:pt x="370820" y="0"/>
                </a:moveTo>
                <a:lnTo>
                  <a:pt x="416795" y="3643"/>
                </a:lnTo>
                <a:lnTo>
                  <a:pt x="460675" y="14226"/>
                </a:lnTo>
                <a:lnTo>
                  <a:pt x="501979" y="31230"/>
                </a:lnTo>
                <a:lnTo>
                  <a:pt x="540227" y="54134"/>
                </a:lnTo>
                <a:lnTo>
                  <a:pt x="574936" y="82419"/>
                </a:lnTo>
                <a:lnTo>
                  <a:pt x="605625" y="115566"/>
                </a:lnTo>
                <a:lnTo>
                  <a:pt x="631813" y="153055"/>
                </a:lnTo>
                <a:lnTo>
                  <a:pt x="653019" y="194365"/>
                </a:lnTo>
                <a:lnTo>
                  <a:pt x="668760" y="238976"/>
                </a:lnTo>
                <a:lnTo>
                  <a:pt x="678557" y="286368"/>
                </a:lnTo>
                <a:lnTo>
                  <a:pt x="681929" y="336023"/>
                </a:lnTo>
                <a:lnTo>
                  <a:pt x="678553" y="385676"/>
                </a:lnTo>
                <a:lnTo>
                  <a:pt x="668751" y="433067"/>
                </a:lnTo>
                <a:lnTo>
                  <a:pt x="653005" y="477675"/>
                </a:lnTo>
                <a:lnTo>
                  <a:pt x="631797" y="518981"/>
                </a:lnTo>
                <a:lnTo>
                  <a:pt x="605608" y="556465"/>
                </a:lnTo>
                <a:lnTo>
                  <a:pt x="574919" y="589608"/>
                </a:lnTo>
                <a:lnTo>
                  <a:pt x="540213" y="617890"/>
                </a:lnTo>
                <a:lnTo>
                  <a:pt x="501969" y="640793"/>
                </a:lnTo>
                <a:lnTo>
                  <a:pt x="460668" y="657796"/>
                </a:lnTo>
                <a:lnTo>
                  <a:pt x="416792" y="668379"/>
                </a:lnTo>
                <a:lnTo>
                  <a:pt x="370820" y="672023"/>
                </a:lnTo>
                <a:lnTo>
                  <a:pt x="311113" y="672023"/>
                </a:lnTo>
                <a:lnTo>
                  <a:pt x="265143" y="668380"/>
                </a:lnTo>
                <a:lnTo>
                  <a:pt x="221266" y="657798"/>
                </a:lnTo>
                <a:lnTo>
                  <a:pt x="179965" y="640796"/>
                </a:lnTo>
                <a:lnTo>
                  <a:pt x="141719" y="617894"/>
                </a:lnTo>
                <a:lnTo>
                  <a:pt x="107011" y="589612"/>
                </a:lnTo>
                <a:lnTo>
                  <a:pt x="76322" y="556469"/>
                </a:lnTo>
                <a:lnTo>
                  <a:pt x="50132" y="518984"/>
                </a:lnTo>
                <a:lnTo>
                  <a:pt x="28923" y="477678"/>
                </a:lnTo>
                <a:lnTo>
                  <a:pt x="13176" y="433069"/>
                </a:lnTo>
                <a:lnTo>
                  <a:pt x="3375" y="385677"/>
                </a:lnTo>
                <a:lnTo>
                  <a:pt x="0" y="336023"/>
                </a:lnTo>
                <a:lnTo>
                  <a:pt x="3371" y="286368"/>
                </a:lnTo>
                <a:lnTo>
                  <a:pt x="13168" y="238974"/>
                </a:lnTo>
                <a:lnTo>
                  <a:pt x="28909" y="194363"/>
                </a:lnTo>
                <a:lnTo>
                  <a:pt x="50115" y="153052"/>
                </a:lnTo>
                <a:lnTo>
                  <a:pt x="76304" y="115564"/>
                </a:lnTo>
                <a:lnTo>
                  <a:pt x="106994" y="82417"/>
                </a:lnTo>
                <a:lnTo>
                  <a:pt x="141704" y="54132"/>
                </a:lnTo>
                <a:lnTo>
                  <a:pt x="179952" y="31228"/>
                </a:lnTo>
                <a:lnTo>
                  <a:pt x="221257" y="14225"/>
                </a:lnTo>
                <a:lnTo>
                  <a:pt x="265138" y="3642"/>
                </a:lnTo>
                <a:lnTo>
                  <a:pt x="311112" y="0"/>
                </a:lnTo>
                <a:lnTo>
                  <a:pt x="370820" y="0"/>
                </a:lnTo>
              </a:path>
            </a:pathLst>
          </a:custGeom>
          <a:ln w="19050">
            <a:solidFill>
              <a:srgbClr val="A6182E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 txBox="1"/>
          <p:nvPr/>
        </p:nvSpPr>
        <p:spPr>
          <a:xfrm>
            <a:off x="10087443" y="8242849"/>
            <a:ext cx="229235" cy="4521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spc="-120" dirty="0">
                <a:latin typeface="Lucida Sans"/>
                <a:cs typeface="Lucida Sans"/>
              </a:rPr>
              <a:t>3</a:t>
            </a:r>
            <a:endParaRPr sz="2800">
              <a:latin typeface="Lucida Sans"/>
              <a:cs typeface="Lucida Sans"/>
            </a:endParaRPr>
          </a:p>
        </p:txBody>
      </p:sp>
      <p:pic>
        <p:nvPicPr>
          <p:cNvPr id="19" name="object 19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214320" y="4512167"/>
            <a:ext cx="5886449" cy="4648199"/>
          </a:xfrm>
          <a:prstGeom prst="rect">
            <a:avLst/>
          </a:prstGeom>
        </p:spPr>
      </p:pic>
      <p:sp>
        <p:nvSpPr>
          <p:cNvPr id="20" name="object 20"/>
          <p:cNvSpPr txBox="1"/>
          <p:nvPr/>
        </p:nvSpPr>
        <p:spPr>
          <a:xfrm>
            <a:off x="2769756" y="1006536"/>
            <a:ext cx="2693670" cy="330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1642110" algn="l"/>
              </a:tabLst>
            </a:pPr>
            <a:r>
              <a:rPr sz="2000" spc="-10" dirty="0">
                <a:latin typeface="Lucida Sans"/>
                <a:cs typeface="Lucida Sans"/>
              </a:rPr>
              <a:t>Marketplace</a:t>
            </a:r>
            <a:r>
              <a:rPr sz="2000" dirty="0">
                <a:latin typeface="Lucida Sans"/>
                <a:cs typeface="Lucida Sans"/>
              </a:rPr>
              <a:t>	</a:t>
            </a:r>
            <a:r>
              <a:rPr sz="2000" spc="55" dirty="0">
                <a:latin typeface="Lucida Sans"/>
                <a:cs typeface="Lucida Sans"/>
              </a:rPr>
              <a:t>&amp;</a:t>
            </a:r>
            <a:r>
              <a:rPr sz="2000" spc="-114" dirty="0">
                <a:latin typeface="Lucida Sans"/>
                <a:cs typeface="Lucida Sans"/>
              </a:rPr>
              <a:t> </a:t>
            </a:r>
            <a:r>
              <a:rPr sz="2000" spc="-40" dirty="0">
                <a:latin typeface="Lucida Sans"/>
                <a:cs typeface="Lucida Sans"/>
              </a:rPr>
              <a:t>Listing</a:t>
            </a:r>
            <a:endParaRPr sz="2000">
              <a:latin typeface="Lucida Sans"/>
              <a:cs typeface="Lucida Sans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1478466" y="1006536"/>
            <a:ext cx="680085" cy="330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spc="-35" dirty="0">
                <a:solidFill>
                  <a:srgbClr val="0F0E0D"/>
                </a:solidFill>
                <a:latin typeface="Lucida Sans"/>
                <a:cs typeface="Lucida Sans"/>
              </a:rPr>
              <a:t>Login</a:t>
            </a:r>
            <a:endParaRPr sz="2000">
              <a:latin typeface="Lucida Sans"/>
              <a:cs typeface="Lucida Sans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7752523" y="1006536"/>
            <a:ext cx="748665" cy="330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spc="-30" dirty="0">
                <a:latin typeface="Lucida Sans"/>
                <a:cs typeface="Lucida Sans"/>
              </a:rPr>
              <a:t>Figma</a:t>
            </a:r>
            <a:endParaRPr sz="2000">
              <a:latin typeface="Lucida Sans"/>
              <a:cs typeface="Lucida Sans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5798300" y="1006536"/>
            <a:ext cx="1461135" cy="330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dirty="0">
                <a:latin typeface="Lucida Sans"/>
                <a:cs typeface="Lucida Sans"/>
              </a:rPr>
              <a:t>My</a:t>
            </a:r>
            <a:r>
              <a:rPr sz="2000" spc="-55" dirty="0">
                <a:latin typeface="Lucida Sans"/>
                <a:cs typeface="Lucida Sans"/>
              </a:rPr>
              <a:t> </a:t>
            </a:r>
            <a:r>
              <a:rPr sz="2000" spc="-10" dirty="0">
                <a:latin typeface="Lucida Sans"/>
                <a:cs typeface="Lucida Sans"/>
              </a:rPr>
              <a:t>Shortlist</a:t>
            </a:r>
            <a:endParaRPr sz="2000">
              <a:latin typeface="Lucida Sans"/>
              <a:cs typeface="Lucida Sans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2572893" y="3716447"/>
            <a:ext cx="1886585" cy="4521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spc="-45" dirty="0">
                <a:solidFill>
                  <a:srgbClr val="0F0E0D"/>
                </a:solidFill>
                <a:latin typeface="Lucida Sans"/>
                <a:cs typeface="Lucida Sans"/>
              </a:rPr>
              <a:t>Function:</a:t>
            </a:r>
            <a:r>
              <a:rPr sz="2800" spc="-160" dirty="0">
                <a:solidFill>
                  <a:srgbClr val="0F0E0D"/>
                </a:solidFill>
                <a:latin typeface="Lucida Sans"/>
                <a:cs typeface="Lucida Sans"/>
              </a:rPr>
              <a:t> </a:t>
            </a:r>
            <a:r>
              <a:rPr sz="2800" spc="-50" dirty="0">
                <a:solidFill>
                  <a:srgbClr val="0F0E0D"/>
                </a:solidFill>
                <a:latin typeface="Lucida Sans"/>
                <a:cs typeface="Lucida Sans"/>
              </a:rPr>
              <a:t>2</a:t>
            </a:r>
            <a:endParaRPr sz="2800">
              <a:latin typeface="Lucida Sans"/>
              <a:cs typeface="Lucida Sans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5070740" y="3716447"/>
            <a:ext cx="2528570" cy="4521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spc="-20" dirty="0">
                <a:solidFill>
                  <a:srgbClr val="0F0E0D"/>
                </a:solidFill>
                <a:latin typeface="Lucida Sans"/>
                <a:cs typeface="Lucida Sans"/>
              </a:rPr>
              <a:t>handleSignOut</a:t>
            </a:r>
            <a:endParaRPr sz="2800">
              <a:latin typeface="Lucida Sans"/>
              <a:cs typeface="Lucida Sans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11038694" y="4322946"/>
            <a:ext cx="6000115" cy="114935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14935" marR="5080" indent="-102870">
              <a:lnSpc>
                <a:spcPct val="131700"/>
              </a:lnSpc>
              <a:spcBef>
                <a:spcPts val="100"/>
              </a:spcBef>
            </a:pPr>
            <a:r>
              <a:rPr sz="2800" spc="-85" dirty="0">
                <a:latin typeface="Lucida Sans"/>
                <a:cs typeface="Lucida Sans"/>
              </a:rPr>
              <a:t>Calls</a:t>
            </a:r>
            <a:r>
              <a:rPr sz="2800" spc="-155" dirty="0">
                <a:latin typeface="Lucida Sans"/>
                <a:cs typeface="Lucida Sans"/>
              </a:rPr>
              <a:t> </a:t>
            </a:r>
            <a:r>
              <a:rPr sz="2800" spc="-30" dirty="0">
                <a:latin typeface="Lucida Sans"/>
                <a:cs typeface="Lucida Sans"/>
              </a:rPr>
              <a:t>Firebase's</a:t>
            </a:r>
            <a:r>
              <a:rPr sz="2800" spc="-155" dirty="0">
                <a:latin typeface="Lucida Sans"/>
                <a:cs typeface="Lucida Sans"/>
              </a:rPr>
              <a:t> </a:t>
            </a:r>
            <a:r>
              <a:rPr sz="2800" spc="-65" dirty="0">
                <a:latin typeface="Lucida Sans"/>
                <a:cs typeface="Lucida Sans"/>
              </a:rPr>
              <a:t>signOut</a:t>
            </a:r>
            <a:r>
              <a:rPr sz="2800" spc="-150" dirty="0">
                <a:latin typeface="Lucida Sans"/>
                <a:cs typeface="Lucida Sans"/>
              </a:rPr>
              <a:t> </a:t>
            </a:r>
            <a:r>
              <a:rPr sz="2800" dirty="0">
                <a:latin typeface="Lucida Sans"/>
                <a:cs typeface="Lucida Sans"/>
              </a:rPr>
              <a:t>to</a:t>
            </a:r>
            <a:r>
              <a:rPr sz="2800" spc="-155" dirty="0">
                <a:latin typeface="Lucida Sans"/>
                <a:cs typeface="Lucida Sans"/>
              </a:rPr>
              <a:t> </a:t>
            </a:r>
            <a:r>
              <a:rPr sz="2800" spc="-10" dirty="0">
                <a:latin typeface="Lucida Sans"/>
                <a:cs typeface="Lucida Sans"/>
              </a:rPr>
              <a:t>clear</a:t>
            </a:r>
            <a:r>
              <a:rPr sz="2800" spc="-150" dirty="0">
                <a:latin typeface="Lucida Sans"/>
                <a:cs typeface="Lucida Sans"/>
              </a:rPr>
              <a:t> </a:t>
            </a:r>
            <a:r>
              <a:rPr sz="2800" spc="-25" dirty="0">
                <a:latin typeface="Lucida Sans"/>
                <a:cs typeface="Lucida Sans"/>
              </a:rPr>
              <a:t>the </a:t>
            </a:r>
            <a:r>
              <a:rPr sz="2800" spc="-20" dirty="0">
                <a:latin typeface="Lucida Sans"/>
                <a:cs typeface="Lucida Sans"/>
              </a:rPr>
              <a:t>user's</a:t>
            </a:r>
            <a:r>
              <a:rPr sz="2800" spc="-165" dirty="0">
                <a:latin typeface="Lucida Sans"/>
                <a:cs typeface="Lucida Sans"/>
              </a:rPr>
              <a:t> </a:t>
            </a:r>
            <a:r>
              <a:rPr sz="2800" spc="-60" dirty="0">
                <a:latin typeface="Lucida Sans"/>
                <a:cs typeface="Lucida Sans"/>
              </a:rPr>
              <a:t>session</a:t>
            </a:r>
            <a:r>
              <a:rPr sz="2800" spc="-160" dirty="0">
                <a:latin typeface="Lucida Sans"/>
                <a:cs typeface="Lucida Sans"/>
              </a:rPr>
              <a:t> </a:t>
            </a:r>
            <a:r>
              <a:rPr sz="2800" spc="-10" dirty="0">
                <a:latin typeface="Lucida Sans"/>
                <a:cs typeface="Lucida Sans"/>
              </a:rPr>
              <a:t>from</a:t>
            </a:r>
            <a:r>
              <a:rPr sz="2800" spc="-160" dirty="0">
                <a:latin typeface="Lucida Sans"/>
                <a:cs typeface="Lucida Sans"/>
              </a:rPr>
              <a:t> </a:t>
            </a:r>
            <a:r>
              <a:rPr sz="2800" spc="-25" dirty="0">
                <a:latin typeface="Lucida Sans"/>
                <a:cs typeface="Lucida Sans"/>
              </a:rPr>
              <a:t>Firebase</a:t>
            </a:r>
            <a:r>
              <a:rPr sz="2800" spc="-160" dirty="0">
                <a:latin typeface="Lucida Sans"/>
                <a:cs typeface="Lucida Sans"/>
              </a:rPr>
              <a:t> </a:t>
            </a:r>
            <a:r>
              <a:rPr sz="2800" spc="-10" dirty="0">
                <a:latin typeface="Lucida Sans"/>
                <a:cs typeface="Lucida Sans"/>
              </a:rPr>
              <a:t>Auth.</a:t>
            </a:r>
            <a:endParaRPr sz="2800">
              <a:latin typeface="Lucida Sans"/>
              <a:cs typeface="Lucida Sans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10687163" y="5846946"/>
            <a:ext cx="6703059" cy="114935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12090" marR="5080" indent="-200025">
              <a:lnSpc>
                <a:spcPct val="131700"/>
              </a:lnSpc>
              <a:spcBef>
                <a:spcPts val="100"/>
              </a:spcBef>
            </a:pPr>
            <a:r>
              <a:rPr sz="2800" dirty="0">
                <a:latin typeface="Lucida Sans"/>
                <a:cs typeface="Lucida Sans"/>
              </a:rPr>
              <a:t>On</a:t>
            </a:r>
            <a:r>
              <a:rPr sz="2800" spc="-155" dirty="0">
                <a:latin typeface="Lucida Sans"/>
                <a:cs typeface="Lucida Sans"/>
              </a:rPr>
              <a:t> </a:t>
            </a:r>
            <a:r>
              <a:rPr sz="2800" spc="-80" dirty="0">
                <a:latin typeface="Lucida Sans"/>
                <a:cs typeface="Lucida Sans"/>
              </a:rPr>
              <a:t>success,</a:t>
            </a:r>
            <a:r>
              <a:rPr sz="2800" spc="-150" dirty="0">
                <a:latin typeface="Lucida Sans"/>
                <a:cs typeface="Lucida Sans"/>
              </a:rPr>
              <a:t> </a:t>
            </a:r>
            <a:r>
              <a:rPr sz="2800" spc="-25" dirty="0">
                <a:latin typeface="Lucida Sans"/>
                <a:cs typeface="Lucida Sans"/>
              </a:rPr>
              <a:t>redirects</a:t>
            </a:r>
            <a:r>
              <a:rPr sz="2800" spc="-155" dirty="0">
                <a:latin typeface="Lucida Sans"/>
                <a:cs typeface="Lucida Sans"/>
              </a:rPr>
              <a:t> </a:t>
            </a:r>
            <a:r>
              <a:rPr sz="2800" spc="-55" dirty="0">
                <a:latin typeface="Lucida Sans"/>
                <a:cs typeface="Lucida Sans"/>
              </a:rPr>
              <a:t>back</a:t>
            </a:r>
            <a:r>
              <a:rPr sz="2800" spc="-150" dirty="0">
                <a:latin typeface="Lucida Sans"/>
                <a:cs typeface="Lucida Sans"/>
              </a:rPr>
              <a:t> </a:t>
            </a:r>
            <a:r>
              <a:rPr sz="2800" dirty="0">
                <a:latin typeface="Lucida Sans"/>
                <a:cs typeface="Lucida Sans"/>
              </a:rPr>
              <a:t>to</a:t>
            </a:r>
            <a:r>
              <a:rPr sz="2800" spc="-150" dirty="0">
                <a:latin typeface="Lucida Sans"/>
                <a:cs typeface="Lucida Sans"/>
              </a:rPr>
              <a:t> </a:t>
            </a:r>
            <a:r>
              <a:rPr sz="2800" spc="-40" dirty="0">
                <a:latin typeface="Lucida Sans"/>
                <a:cs typeface="Lucida Sans"/>
              </a:rPr>
              <a:t>login.html </a:t>
            </a:r>
            <a:r>
              <a:rPr sz="2800" spc="-65" dirty="0">
                <a:latin typeface="Lucida Sans"/>
                <a:cs typeface="Lucida Sans"/>
              </a:rPr>
              <a:t>so</a:t>
            </a:r>
            <a:r>
              <a:rPr sz="2800" spc="-160" dirty="0">
                <a:latin typeface="Lucida Sans"/>
                <a:cs typeface="Lucida Sans"/>
              </a:rPr>
              <a:t> </a:t>
            </a:r>
            <a:r>
              <a:rPr sz="2800" dirty="0">
                <a:latin typeface="Lucida Sans"/>
                <a:cs typeface="Lucida Sans"/>
              </a:rPr>
              <a:t>the</a:t>
            </a:r>
            <a:r>
              <a:rPr sz="2800" spc="-195" dirty="0">
                <a:latin typeface="Lucida Sans"/>
                <a:cs typeface="Lucida Sans"/>
              </a:rPr>
              <a:t> </a:t>
            </a:r>
            <a:r>
              <a:rPr sz="2800" dirty="0">
                <a:latin typeface="Lucida Sans"/>
                <a:cs typeface="Lucida Sans"/>
              </a:rPr>
              <a:t>user</a:t>
            </a:r>
            <a:r>
              <a:rPr sz="2800" spc="-175" dirty="0">
                <a:latin typeface="Lucida Sans"/>
                <a:cs typeface="Lucida Sans"/>
              </a:rPr>
              <a:t> </a:t>
            </a:r>
            <a:r>
              <a:rPr sz="2800" spc="-30" dirty="0">
                <a:latin typeface="Lucida Sans"/>
                <a:cs typeface="Lucida Sans"/>
              </a:rPr>
              <a:t>lands</a:t>
            </a:r>
            <a:r>
              <a:rPr sz="2800" spc="-170" dirty="0">
                <a:latin typeface="Lucida Sans"/>
                <a:cs typeface="Lucida Sans"/>
              </a:rPr>
              <a:t> </a:t>
            </a:r>
            <a:r>
              <a:rPr sz="2800" dirty="0">
                <a:latin typeface="Lucida Sans"/>
                <a:cs typeface="Lucida Sans"/>
              </a:rPr>
              <a:t>on</a:t>
            </a:r>
            <a:r>
              <a:rPr sz="2800" spc="-170" dirty="0">
                <a:latin typeface="Lucida Sans"/>
                <a:cs typeface="Lucida Sans"/>
              </a:rPr>
              <a:t> </a:t>
            </a:r>
            <a:r>
              <a:rPr sz="2800" dirty="0">
                <a:latin typeface="Lucida Sans"/>
                <a:cs typeface="Lucida Sans"/>
              </a:rPr>
              <a:t>the</a:t>
            </a:r>
            <a:r>
              <a:rPr sz="2800" spc="-175" dirty="0">
                <a:latin typeface="Lucida Sans"/>
                <a:cs typeface="Lucida Sans"/>
              </a:rPr>
              <a:t> </a:t>
            </a:r>
            <a:r>
              <a:rPr sz="2800" spc="-90" dirty="0">
                <a:latin typeface="Lucida Sans"/>
                <a:cs typeface="Lucida Sans"/>
              </a:rPr>
              <a:t>login</a:t>
            </a:r>
            <a:r>
              <a:rPr sz="2800" spc="-160" dirty="0">
                <a:latin typeface="Lucida Sans"/>
                <a:cs typeface="Lucida Sans"/>
              </a:rPr>
              <a:t> </a:t>
            </a:r>
            <a:r>
              <a:rPr sz="2800" spc="-10" dirty="0">
                <a:latin typeface="Lucida Sans"/>
                <a:cs typeface="Lucida Sans"/>
              </a:rPr>
              <a:t>screen.</a:t>
            </a:r>
            <a:endParaRPr sz="2800">
              <a:latin typeface="Lucida Sans"/>
              <a:cs typeface="Lucida Sans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10725560" y="7532871"/>
            <a:ext cx="6626859" cy="171132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065" marR="5080" algn="ctr">
              <a:lnSpc>
                <a:spcPct val="131700"/>
              </a:lnSpc>
              <a:spcBef>
                <a:spcPts val="100"/>
              </a:spcBef>
            </a:pPr>
            <a:r>
              <a:rPr sz="2800" dirty="0">
                <a:latin typeface="Lucida Sans"/>
                <a:cs typeface="Lucida Sans"/>
              </a:rPr>
              <a:t>On</a:t>
            </a:r>
            <a:r>
              <a:rPr sz="2800" spc="-175" dirty="0">
                <a:latin typeface="Lucida Sans"/>
                <a:cs typeface="Lucida Sans"/>
              </a:rPr>
              <a:t> </a:t>
            </a:r>
            <a:r>
              <a:rPr sz="2800" spc="-20" dirty="0">
                <a:latin typeface="Lucida Sans"/>
                <a:cs typeface="Lucida Sans"/>
              </a:rPr>
              <a:t>error,</a:t>
            </a:r>
            <a:r>
              <a:rPr sz="2800" spc="-165" dirty="0">
                <a:latin typeface="Lucida Sans"/>
                <a:cs typeface="Lucida Sans"/>
              </a:rPr>
              <a:t> </a:t>
            </a:r>
            <a:r>
              <a:rPr sz="2800" spc="-114" dirty="0">
                <a:latin typeface="Lucida Sans"/>
                <a:cs typeface="Lucida Sans"/>
              </a:rPr>
              <a:t>logs</a:t>
            </a:r>
            <a:r>
              <a:rPr sz="2800" spc="-160" dirty="0">
                <a:latin typeface="Lucida Sans"/>
                <a:cs typeface="Lucida Sans"/>
              </a:rPr>
              <a:t> </a:t>
            </a:r>
            <a:r>
              <a:rPr sz="2800" spc="-20" dirty="0">
                <a:latin typeface="Lucida Sans"/>
                <a:cs typeface="Lucida Sans"/>
              </a:rPr>
              <a:t>it</a:t>
            </a:r>
            <a:r>
              <a:rPr sz="2800" spc="-165" dirty="0">
                <a:latin typeface="Lucida Sans"/>
                <a:cs typeface="Lucida Sans"/>
              </a:rPr>
              <a:t> </a:t>
            </a:r>
            <a:r>
              <a:rPr sz="2800" dirty="0">
                <a:latin typeface="Lucida Sans"/>
                <a:cs typeface="Lucida Sans"/>
              </a:rPr>
              <a:t>to</a:t>
            </a:r>
            <a:r>
              <a:rPr sz="2800" spc="-165" dirty="0">
                <a:latin typeface="Lucida Sans"/>
                <a:cs typeface="Lucida Sans"/>
              </a:rPr>
              <a:t> </a:t>
            </a:r>
            <a:r>
              <a:rPr sz="2800" dirty="0">
                <a:latin typeface="Lucida Sans"/>
                <a:cs typeface="Lucida Sans"/>
              </a:rPr>
              <a:t>the</a:t>
            </a:r>
            <a:r>
              <a:rPr sz="2800" spc="-165" dirty="0">
                <a:latin typeface="Lucida Sans"/>
                <a:cs typeface="Lucida Sans"/>
              </a:rPr>
              <a:t> </a:t>
            </a:r>
            <a:r>
              <a:rPr sz="2800" spc="-60" dirty="0">
                <a:latin typeface="Lucida Sans"/>
                <a:cs typeface="Lucida Sans"/>
              </a:rPr>
              <a:t>console,</a:t>
            </a:r>
            <a:r>
              <a:rPr sz="2800" spc="-160" dirty="0">
                <a:latin typeface="Lucida Sans"/>
                <a:cs typeface="Lucida Sans"/>
              </a:rPr>
              <a:t> </a:t>
            </a:r>
            <a:r>
              <a:rPr sz="2800" spc="-10" dirty="0">
                <a:latin typeface="Lucida Sans"/>
                <a:cs typeface="Lucida Sans"/>
              </a:rPr>
              <a:t>keeps </a:t>
            </a:r>
            <a:r>
              <a:rPr sz="2800" spc="-30" dirty="0">
                <a:latin typeface="Lucida Sans"/>
                <a:cs typeface="Lucida Sans"/>
              </a:rPr>
              <a:t>failures</a:t>
            </a:r>
            <a:r>
              <a:rPr sz="2800" spc="-195" dirty="0">
                <a:latin typeface="Lucida Sans"/>
                <a:cs typeface="Lucida Sans"/>
              </a:rPr>
              <a:t> </a:t>
            </a:r>
            <a:r>
              <a:rPr sz="2800" spc="-35" dirty="0">
                <a:latin typeface="Lucida Sans"/>
                <a:cs typeface="Lucida Sans"/>
              </a:rPr>
              <a:t>silent</a:t>
            </a:r>
            <a:r>
              <a:rPr sz="2800" spc="-185" dirty="0">
                <a:latin typeface="Lucida Sans"/>
                <a:cs typeface="Lucida Sans"/>
              </a:rPr>
              <a:t> </a:t>
            </a:r>
            <a:r>
              <a:rPr sz="2800" dirty="0">
                <a:latin typeface="Lucida Sans"/>
                <a:cs typeface="Lucida Sans"/>
              </a:rPr>
              <a:t>to</a:t>
            </a:r>
            <a:r>
              <a:rPr sz="2800" spc="-185" dirty="0">
                <a:latin typeface="Lucida Sans"/>
                <a:cs typeface="Lucida Sans"/>
              </a:rPr>
              <a:t> </a:t>
            </a:r>
            <a:r>
              <a:rPr sz="2800" dirty="0">
                <a:latin typeface="Lucida Sans"/>
                <a:cs typeface="Lucida Sans"/>
              </a:rPr>
              <a:t>the</a:t>
            </a:r>
            <a:r>
              <a:rPr sz="2800" spc="-185" dirty="0">
                <a:latin typeface="Lucida Sans"/>
                <a:cs typeface="Lucida Sans"/>
              </a:rPr>
              <a:t> </a:t>
            </a:r>
            <a:r>
              <a:rPr sz="2800" dirty="0">
                <a:latin typeface="Lucida Sans"/>
                <a:cs typeface="Lucida Sans"/>
              </a:rPr>
              <a:t>user</a:t>
            </a:r>
            <a:r>
              <a:rPr sz="2800" spc="-180" dirty="0">
                <a:latin typeface="Lucida Sans"/>
                <a:cs typeface="Lucida Sans"/>
              </a:rPr>
              <a:t> </a:t>
            </a:r>
            <a:r>
              <a:rPr sz="2800" dirty="0">
                <a:latin typeface="Lucida Sans"/>
                <a:cs typeface="Lucida Sans"/>
              </a:rPr>
              <a:t>but</a:t>
            </a:r>
            <a:r>
              <a:rPr sz="2800" spc="-185" dirty="0">
                <a:latin typeface="Lucida Sans"/>
                <a:cs typeface="Lucida Sans"/>
              </a:rPr>
              <a:t> </a:t>
            </a:r>
            <a:r>
              <a:rPr sz="2800" spc="-50" dirty="0">
                <a:latin typeface="Lucida Sans"/>
                <a:cs typeface="Lucida Sans"/>
              </a:rPr>
              <a:t>visible</a:t>
            </a:r>
            <a:r>
              <a:rPr sz="2800" spc="-170" dirty="0">
                <a:latin typeface="Lucida Sans"/>
                <a:cs typeface="Lucida Sans"/>
              </a:rPr>
              <a:t> </a:t>
            </a:r>
            <a:r>
              <a:rPr sz="2800" spc="-25" dirty="0">
                <a:latin typeface="Lucida Sans"/>
                <a:cs typeface="Lucida Sans"/>
              </a:rPr>
              <a:t>for </a:t>
            </a:r>
            <a:r>
              <a:rPr sz="2800" spc="-10" dirty="0">
                <a:latin typeface="Lucida Sans"/>
                <a:cs typeface="Lucida Sans"/>
              </a:rPr>
              <a:t>debugging.</a:t>
            </a:r>
            <a:endParaRPr sz="2800">
              <a:latin typeface="Lucida Sans"/>
              <a:cs typeface="Lucida Sans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2201620" y="2380006"/>
            <a:ext cx="10345420" cy="680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2028825" algn="l"/>
                <a:tab pos="2629535" algn="l"/>
              </a:tabLst>
            </a:pPr>
            <a:r>
              <a:rPr sz="4300" b="1" spc="175" dirty="0">
                <a:latin typeface="Trebuchet MS"/>
                <a:cs typeface="Trebuchet MS"/>
              </a:rPr>
              <a:t>LOGIN</a:t>
            </a:r>
            <a:r>
              <a:rPr sz="4300" b="1" dirty="0">
                <a:latin typeface="Trebuchet MS"/>
                <a:cs typeface="Trebuchet MS"/>
              </a:rPr>
              <a:t>	</a:t>
            </a:r>
            <a:r>
              <a:rPr sz="4300" b="1" spc="640" dirty="0">
                <a:latin typeface="Trebuchet MS"/>
                <a:cs typeface="Trebuchet MS"/>
              </a:rPr>
              <a:t>-</a:t>
            </a:r>
            <a:r>
              <a:rPr sz="4300" b="1" dirty="0">
                <a:latin typeface="Trebuchet MS"/>
                <a:cs typeface="Trebuchet MS"/>
              </a:rPr>
              <a:t>	</a:t>
            </a:r>
            <a:r>
              <a:rPr sz="4300" b="1" spc="265" dirty="0">
                <a:latin typeface="Trebuchet MS"/>
                <a:cs typeface="Trebuchet MS"/>
              </a:rPr>
              <a:t>FIREBASE</a:t>
            </a:r>
            <a:r>
              <a:rPr sz="4300" b="1" spc="-65" dirty="0">
                <a:latin typeface="Trebuchet MS"/>
                <a:cs typeface="Trebuchet MS"/>
              </a:rPr>
              <a:t> </a:t>
            </a:r>
            <a:r>
              <a:rPr sz="4300" b="1" spc="175" dirty="0">
                <a:latin typeface="Trebuchet MS"/>
                <a:cs typeface="Trebuchet MS"/>
              </a:rPr>
              <a:t>AUTHENTICATION</a:t>
            </a:r>
            <a:endParaRPr sz="4300">
              <a:latin typeface="Trebuchet MS"/>
              <a:cs typeface="Trebuchet MS"/>
            </a:endParaRPr>
          </a:p>
        </p:txBody>
      </p:sp>
      <p:sp>
        <p:nvSpPr>
          <p:cNvPr id="30" name="object 30"/>
          <p:cNvSpPr txBox="1"/>
          <p:nvPr/>
        </p:nvSpPr>
        <p:spPr>
          <a:xfrm>
            <a:off x="13221898" y="2404402"/>
            <a:ext cx="3541395" cy="635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000" spc="-20" dirty="0">
                <a:latin typeface="Lucida Sans"/>
                <a:cs typeface="Lucida Sans"/>
              </a:rPr>
              <a:t>(auth-</a:t>
            </a:r>
            <a:r>
              <a:rPr sz="4000" spc="-80" dirty="0">
                <a:latin typeface="Lucida Sans"/>
                <a:cs typeface="Lucida Sans"/>
              </a:rPr>
              <a:t>guard.js)</a:t>
            </a:r>
            <a:endParaRPr sz="4000">
              <a:latin typeface="Lucida Sans"/>
              <a:cs typeface="Lucida Sans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16472289" y="1054009"/>
            <a:ext cx="347980" cy="347980"/>
            <a:chOff x="16472289" y="1054009"/>
            <a:chExt cx="347980" cy="347980"/>
          </a:xfrm>
        </p:grpSpPr>
        <p:sp>
          <p:nvSpPr>
            <p:cNvPr id="3" name="object 3"/>
            <p:cNvSpPr/>
            <p:nvPr/>
          </p:nvSpPr>
          <p:spPr>
            <a:xfrm>
              <a:off x="16472289" y="1054009"/>
              <a:ext cx="347980" cy="347980"/>
            </a:xfrm>
            <a:custGeom>
              <a:avLst/>
              <a:gdLst/>
              <a:ahLst/>
              <a:cxnLst/>
              <a:rect l="l" t="t" r="r" b="b"/>
              <a:pathLst>
                <a:path w="347980" h="347980">
                  <a:moveTo>
                    <a:pt x="173727" y="347455"/>
                  </a:moveTo>
                  <a:lnTo>
                    <a:pt x="127543" y="341249"/>
                  </a:lnTo>
                  <a:lnTo>
                    <a:pt x="86043" y="323736"/>
                  </a:lnTo>
                  <a:lnTo>
                    <a:pt x="50883" y="296571"/>
                  </a:lnTo>
                  <a:lnTo>
                    <a:pt x="23718" y="261411"/>
                  </a:lnTo>
                  <a:lnTo>
                    <a:pt x="6205" y="219910"/>
                  </a:lnTo>
                  <a:lnTo>
                    <a:pt x="0" y="173727"/>
                  </a:lnTo>
                  <a:lnTo>
                    <a:pt x="6205" y="127543"/>
                  </a:lnTo>
                  <a:lnTo>
                    <a:pt x="23718" y="86043"/>
                  </a:lnTo>
                  <a:lnTo>
                    <a:pt x="50883" y="50883"/>
                  </a:lnTo>
                  <a:lnTo>
                    <a:pt x="86043" y="23718"/>
                  </a:lnTo>
                  <a:lnTo>
                    <a:pt x="127543" y="6205"/>
                  </a:lnTo>
                  <a:lnTo>
                    <a:pt x="173727" y="0"/>
                  </a:lnTo>
                  <a:lnTo>
                    <a:pt x="219910" y="6205"/>
                  </a:lnTo>
                  <a:lnTo>
                    <a:pt x="261410" y="23718"/>
                  </a:lnTo>
                  <a:lnTo>
                    <a:pt x="296571" y="50883"/>
                  </a:lnTo>
                  <a:lnTo>
                    <a:pt x="323736" y="86043"/>
                  </a:lnTo>
                  <a:lnTo>
                    <a:pt x="341249" y="127543"/>
                  </a:lnTo>
                  <a:lnTo>
                    <a:pt x="347455" y="173727"/>
                  </a:lnTo>
                  <a:lnTo>
                    <a:pt x="341249" y="219910"/>
                  </a:lnTo>
                  <a:lnTo>
                    <a:pt x="323736" y="261411"/>
                  </a:lnTo>
                  <a:lnTo>
                    <a:pt x="296571" y="296571"/>
                  </a:lnTo>
                  <a:lnTo>
                    <a:pt x="261410" y="323736"/>
                  </a:lnTo>
                  <a:lnTo>
                    <a:pt x="219910" y="341249"/>
                  </a:lnTo>
                  <a:lnTo>
                    <a:pt x="173727" y="347455"/>
                  </a:lnTo>
                  <a:close/>
                </a:path>
              </a:pathLst>
            </a:custGeom>
            <a:solidFill>
              <a:srgbClr val="ECEBE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16548633" y="1163725"/>
              <a:ext cx="194945" cy="128270"/>
            </a:xfrm>
            <a:custGeom>
              <a:avLst/>
              <a:gdLst/>
              <a:ahLst/>
              <a:cxnLst/>
              <a:rect l="l" t="t" r="r" b="b"/>
              <a:pathLst>
                <a:path w="194944" h="128269">
                  <a:moveTo>
                    <a:pt x="194741" y="115023"/>
                  </a:moveTo>
                  <a:lnTo>
                    <a:pt x="191008" y="111290"/>
                  </a:lnTo>
                  <a:lnTo>
                    <a:pt x="3733" y="111290"/>
                  </a:lnTo>
                  <a:lnTo>
                    <a:pt x="0" y="115023"/>
                  </a:lnTo>
                  <a:lnTo>
                    <a:pt x="0" y="124244"/>
                  </a:lnTo>
                  <a:lnTo>
                    <a:pt x="3733" y="127977"/>
                  </a:lnTo>
                  <a:lnTo>
                    <a:pt x="191008" y="127977"/>
                  </a:lnTo>
                  <a:lnTo>
                    <a:pt x="194741" y="124244"/>
                  </a:lnTo>
                  <a:lnTo>
                    <a:pt x="194741" y="119634"/>
                  </a:lnTo>
                  <a:lnTo>
                    <a:pt x="194741" y="115023"/>
                  </a:lnTo>
                  <a:close/>
                </a:path>
                <a:path w="194944" h="128269">
                  <a:moveTo>
                    <a:pt x="194741" y="59385"/>
                  </a:moveTo>
                  <a:lnTo>
                    <a:pt x="191008" y="55651"/>
                  </a:lnTo>
                  <a:lnTo>
                    <a:pt x="3733" y="55651"/>
                  </a:lnTo>
                  <a:lnTo>
                    <a:pt x="0" y="59385"/>
                  </a:lnTo>
                  <a:lnTo>
                    <a:pt x="0" y="68605"/>
                  </a:lnTo>
                  <a:lnTo>
                    <a:pt x="3733" y="72339"/>
                  </a:lnTo>
                  <a:lnTo>
                    <a:pt x="191008" y="72339"/>
                  </a:lnTo>
                  <a:lnTo>
                    <a:pt x="194741" y="68605"/>
                  </a:lnTo>
                  <a:lnTo>
                    <a:pt x="194741" y="63995"/>
                  </a:lnTo>
                  <a:lnTo>
                    <a:pt x="194741" y="59385"/>
                  </a:lnTo>
                  <a:close/>
                </a:path>
                <a:path w="194944" h="128269">
                  <a:moveTo>
                    <a:pt x="194741" y="3746"/>
                  </a:moveTo>
                  <a:lnTo>
                    <a:pt x="191008" y="0"/>
                  </a:lnTo>
                  <a:lnTo>
                    <a:pt x="3733" y="0"/>
                  </a:lnTo>
                  <a:lnTo>
                    <a:pt x="0" y="3746"/>
                  </a:lnTo>
                  <a:lnTo>
                    <a:pt x="0" y="12954"/>
                  </a:lnTo>
                  <a:lnTo>
                    <a:pt x="3733" y="16700"/>
                  </a:lnTo>
                  <a:lnTo>
                    <a:pt x="191008" y="16700"/>
                  </a:lnTo>
                  <a:lnTo>
                    <a:pt x="194741" y="12954"/>
                  </a:lnTo>
                  <a:lnTo>
                    <a:pt x="194741" y="8343"/>
                  </a:lnTo>
                  <a:lnTo>
                    <a:pt x="194741" y="3746"/>
                  </a:lnTo>
                  <a:close/>
                </a:path>
              </a:pathLst>
            </a:custGeom>
            <a:solidFill>
              <a:srgbClr val="EF402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5" name="object 5"/>
          <p:cNvGrpSpPr/>
          <p:nvPr/>
        </p:nvGrpSpPr>
        <p:grpSpPr>
          <a:xfrm>
            <a:off x="16911866" y="1054007"/>
            <a:ext cx="342900" cy="342900"/>
            <a:chOff x="16911866" y="1054007"/>
            <a:chExt cx="342900" cy="342900"/>
          </a:xfrm>
        </p:grpSpPr>
        <p:sp>
          <p:nvSpPr>
            <p:cNvPr id="6" name="object 6"/>
            <p:cNvSpPr/>
            <p:nvPr/>
          </p:nvSpPr>
          <p:spPr>
            <a:xfrm>
              <a:off x="16911866" y="1054007"/>
              <a:ext cx="342900" cy="342900"/>
            </a:xfrm>
            <a:custGeom>
              <a:avLst/>
              <a:gdLst/>
              <a:ahLst/>
              <a:cxnLst/>
              <a:rect l="l" t="t" r="r" b="b"/>
              <a:pathLst>
                <a:path w="342900" h="342900">
                  <a:moveTo>
                    <a:pt x="206816" y="342899"/>
                  </a:moveTo>
                  <a:lnTo>
                    <a:pt x="140525" y="342899"/>
                  </a:lnTo>
                  <a:lnTo>
                    <a:pt x="127556" y="341151"/>
                  </a:lnTo>
                  <a:lnTo>
                    <a:pt x="86083" y="323618"/>
                  </a:lnTo>
                  <a:lnTo>
                    <a:pt x="50920" y="296435"/>
                  </a:lnTo>
                  <a:lnTo>
                    <a:pt x="23737" y="261272"/>
                  </a:lnTo>
                  <a:lnTo>
                    <a:pt x="6204" y="219799"/>
                  </a:lnTo>
                  <a:lnTo>
                    <a:pt x="1049" y="181536"/>
                  </a:lnTo>
                  <a:lnTo>
                    <a:pt x="0" y="173623"/>
                  </a:lnTo>
                  <a:lnTo>
                    <a:pt x="6204" y="127570"/>
                  </a:lnTo>
                  <a:lnTo>
                    <a:pt x="23737" y="86097"/>
                  </a:lnTo>
                  <a:lnTo>
                    <a:pt x="50920" y="50934"/>
                  </a:lnTo>
                  <a:lnTo>
                    <a:pt x="86083" y="23751"/>
                  </a:lnTo>
                  <a:lnTo>
                    <a:pt x="127556" y="6218"/>
                  </a:lnTo>
                  <a:lnTo>
                    <a:pt x="173671" y="0"/>
                  </a:lnTo>
                  <a:lnTo>
                    <a:pt x="219785" y="6218"/>
                  </a:lnTo>
                  <a:lnTo>
                    <a:pt x="261258" y="23751"/>
                  </a:lnTo>
                  <a:lnTo>
                    <a:pt x="296421" y="50934"/>
                  </a:lnTo>
                  <a:lnTo>
                    <a:pt x="314155" y="73875"/>
                  </a:lnTo>
                  <a:lnTo>
                    <a:pt x="152033" y="73875"/>
                  </a:lnTo>
                  <a:lnTo>
                    <a:pt x="122613" y="79606"/>
                  </a:lnTo>
                  <a:lnTo>
                    <a:pt x="96787" y="96801"/>
                  </a:lnTo>
                  <a:lnTo>
                    <a:pt x="79592" y="122644"/>
                  </a:lnTo>
                  <a:lnTo>
                    <a:pt x="73861" y="152090"/>
                  </a:lnTo>
                  <a:lnTo>
                    <a:pt x="79592" y="181536"/>
                  </a:lnTo>
                  <a:lnTo>
                    <a:pt x="108999" y="217409"/>
                  </a:lnTo>
                  <a:lnTo>
                    <a:pt x="152018" y="230305"/>
                  </a:lnTo>
                  <a:lnTo>
                    <a:pt x="213965" y="230305"/>
                  </a:lnTo>
                  <a:lnTo>
                    <a:pt x="245807" y="262147"/>
                  </a:lnTo>
                  <a:lnTo>
                    <a:pt x="248007" y="264463"/>
                  </a:lnTo>
                  <a:lnTo>
                    <a:pt x="251017" y="265621"/>
                  </a:lnTo>
                  <a:lnTo>
                    <a:pt x="320242" y="265621"/>
                  </a:lnTo>
                  <a:lnTo>
                    <a:pt x="296421" y="296435"/>
                  </a:lnTo>
                  <a:lnTo>
                    <a:pt x="261258" y="323618"/>
                  </a:lnTo>
                  <a:lnTo>
                    <a:pt x="219785" y="341151"/>
                  </a:lnTo>
                  <a:lnTo>
                    <a:pt x="206816" y="342899"/>
                  </a:lnTo>
                  <a:close/>
                </a:path>
                <a:path w="342900" h="342900">
                  <a:moveTo>
                    <a:pt x="320242" y="265621"/>
                  </a:moveTo>
                  <a:lnTo>
                    <a:pt x="256922" y="265621"/>
                  </a:lnTo>
                  <a:lnTo>
                    <a:pt x="259933" y="264463"/>
                  </a:lnTo>
                  <a:lnTo>
                    <a:pt x="262133" y="262147"/>
                  </a:lnTo>
                  <a:lnTo>
                    <a:pt x="266649" y="257631"/>
                  </a:lnTo>
                  <a:lnTo>
                    <a:pt x="266649" y="250336"/>
                  </a:lnTo>
                  <a:lnTo>
                    <a:pt x="214891" y="198579"/>
                  </a:lnTo>
                  <a:lnTo>
                    <a:pt x="227197" y="173623"/>
                  </a:lnTo>
                  <a:lnTo>
                    <a:pt x="223456" y="120064"/>
                  </a:lnTo>
                  <a:lnTo>
                    <a:pt x="181474" y="79606"/>
                  </a:lnTo>
                  <a:lnTo>
                    <a:pt x="152033" y="73875"/>
                  </a:lnTo>
                  <a:lnTo>
                    <a:pt x="314155" y="73875"/>
                  </a:lnTo>
                  <a:lnTo>
                    <a:pt x="323604" y="86097"/>
                  </a:lnTo>
                  <a:lnTo>
                    <a:pt x="341137" y="127570"/>
                  </a:lnTo>
                  <a:lnTo>
                    <a:pt x="342891" y="140581"/>
                  </a:lnTo>
                  <a:lnTo>
                    <a:pt x="342811" y="207379"/>
                  </a:lnTo>
                  <a:lnTo>
                    <a:pt x="341137" y="219799"/>
                  </a:lnTo>
                  <a:lnTo>
                    <a:pt x="323604" y="261272"/>
                  </a:lnTo>
                  <a:lnTo>
                    <a:pt x="320242" y="265621"/>
                  </a:lnTo>
                  <a:close/>
                </a:path>
                <a:path w="342900" h="342900">
                  <a:moveTo>
                    <a:pt x="213965" y="230305"/>
                  </a:moveTo>
                  <a:lnTo>
                    <a:pt x="152018" y="230305"/>
                  </a:lnTo>
                  <a:lnTo>
                    <a:pt x="164290" y="229332"/>
                  </a:lnTo>
                  <a:lnTo>
                    <a:pt x="176290" y="226426"/>
                  </a:lnTo>
                  <a:lnTo>
                    <a:pt x="187791" y="221610"/>
                  </a:lnTo>
                  <a:lnTo>
                    <a:pt x="198565" y="214905"/>
                  </a:lnTo>
                  <a:lnTo>
                    <a:pt x="213965" y="230305"/>
                  </a:lnTo>
                  <a:close/>
                </a:path>
              </a:pathLst>
            </a:custGeom>
            <a:solidFill>
              <a:srgbClr val="ECEBE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7" name="object 7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7008914" y="1151040"/>
              <a:ext cx="110057" cy="110085"/>
            </a:xfrm>
            <a:prstGeom prst="rect">
              <a:avLst/>
            </a:prstGeom>
          </p:spPr>
        </p:pic>
      </p:grpSp>
      <p:sp>
        <p:nvSpPr>
          <p:cNvPr id="8" name="object 8"/>
          <p:cNvSpPr/>
          <p:nvPr/>
        </p:nvSpPr>
        <p:spPr>
          <a:xfrm>
            <a:off x="2214320" y="2193766"/>
            <a:ext cx="864869" cy="96520"/>
          </a:xfrm>
          <a:custGeom>
            <a:avLst/>
            <a:gdLst/>
            <a:ahLst/>
            <a:cxnLst/>
            <a:rect l="l" t="t" r="r" b="b"/>
            <a:pathLst>
              <a:path w="864869" h="96519">
                <a:moveTo>
                  <a:pt x="816562" y="95908"/>
                </a:moveTo>
                <a:lnTo>
                  <a:pt x="47954" y="95908"/>
                </a:lnTo>
                <a:lnTo>
                  <a:pt x="38554" y="94978"/>
                </a:lnTo>
                <a:lnTo>
                  <a:pt x="3649" y="66306"/>
                </a:lnTo>
                <a:lnTo>
                  <a:pt x="0" y="47954"/>
                </a:lnTo>
                <a:lnTo>
                  <a:pt x="929" y="38554"/>
                </a:lnTo>
                <a:lnTo>
                  <a:pt x="29602" y="3649"/>
                </a:lnTo>
                <a:lnTo>
                  <a:pt x="47954" y="0"/>
                </a:lnTo>
                <a:lnTo>
                  <a:pt x="816562" y="0"/>
                </a:lnTo>
                <a:lnTo>
                  <a:pt x="856463" y="21348"/>
                </a:lnTo>
                <a:lnTo>
                  <a:pt x="864525" y="47954"/>
                </a:lnTo>
                <a:lnTo>
                  <a:pt x="863594" y="57353"/>
                </a:lnTo>
                <a:lnTo>
                  <a:pt x="834916" y="92258"/>
                </a:lnTo>
                <a:lnTo>
                  <a:pt x="816562" y="95908"/>
                </a:lnTo>
                <a:close/>
              </a:path>
            </a:pathLst>
          </a:custGeom>
          <a:solidFill>
            <a:srgbClr val="A6182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3201771" y="2193766"/>
            <a:ext cx="864869" cy="96520"/>
          </a:xfrm>
          <a:custGeom>
            <a:avLst/>
            <a:gdLst/>
            <a:ahLst/>
            <a:cxnLst/>
            <a:rect l="l" t="t" r="r" b="b"/>
            <a:pathLst>
              <a:path w="864870" h="96519">
                <a:moveTo>
                  <a:pt x="816559" y="95908"/>
                </a:moveTo>
                <a:lnTo>
                  <a:pt x="47945" y="95908"/>
                </a:lnTo>
                <a:lnTo>
                  <a:pt x="38551" y="94978"/>
                </a:lnTo>
                <a:lnTo>
                  <a:pt x="3653" y="66306"/>
                </a:lnTo>
                <a:lnTo>
                  <a:pt x="0" y="47954"/>
                </a:lnTo>
                <a:lnTo>
                  <a:pt x="931" y="38554"/>
                </a:lnTo>
                <a:lnTo>
                  <a:pt x="29603" y="3649"/>
                </a:lnTo>
                <a:lnTo>
                  <a:pt x="47945" y="0"/>
                </a:lnTo>
                <a:lnTo>
                  <a:pt x="816559" y="0"/>
                </a:lnTo>
                <a:lnTo>
                  <a:pt x="856472" y="21348"/>
                </a:lnTo>
                <a:lnTo>
                  <a:pt x="864534" y="47954"/>
                </a:lnTo>
                <a:lnTo>
                  <a:pt x="863603" y="57353"/>
                </a:lnTo>
                <a:lnTo>
                  <a:pt x="834927" y="92258"/>
                </a:lnTo>
                <a:lnTo>
                  <a:pt x="816559" y="95908"/>
                </a:lnTo>
                <a:close/>
              </a:path>
            </a:pathLst>
          </a:custGeom>
          <a:solidFill>
            <a:srgbClr val="A6182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1363269" y="1475559"/>
            <a:ext cx="851535" cy="0"/>
          </a:xfrm>
          <a:custGeom>
            <a:avLst/>
            <a:gdLst/>
            <a:ahLst/>
            <a:cxnLst/>
            <a:rect l="l" t="t" r="r" b="b"/>
            <a:pathLst>
              <a:path w="851535">
                <a:moveTo>
                  <a:pt x="0" y="0"/>
                </a:moveTo>
                <a:lnTo>
                  <a:pt x="851049" y="0"/>
                </a:lnTo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1359083" y="3532753"/>
            <a:ext cx="619125" cy="664210"/>
          </a:xfrm>
          <a:custGeom>
            <a:avLst/>
            <a:gdLst/>
            <a:ahLst/>
            <a:cxnLst/>
            <a:rect l="l" t="t" r="r" b="b"/>
            <a:pathLst>
              <a:path w="619125" h="664210">
                <a:moveTo>
                  <a:pt x="619123" y="377200"/>
                </a:moveTo>
                <a:lnTo>
                  <a:pt x="609078" y="427645"/>
                </a:lnTo>
                <a:lnTo>
                  <a:pt x="593335" y="471699"/>
                </a:lnTo>
                <a:lnTo>
                  <a:pt x="572129" y="512493"/>
                </a:lnTo>
                <a:lnTo>
                  <a:pt x="545940" y="549513"/>
                </a:lnTo>
                <a:lnTo>
                  <a:pt x="515250" y="582246"/>
                </a:lnTo>
                <a:lnTo>
                  <a:pt x="480539" y="610179"/>
                </a:lnTo>
                <a:lnTo>
                  <a:pt x="442290" y="632798"/>
                </a:lnTo>
                <a:lnTo>
                  <a:pt x="400983" y="649591"/>
                </a:lnTo>
                <a:lnTo>
                  <a:pt x="357100" y="660043"/>
                </a:lnTo>
                <a:lnTo>
                  <a:pt x="311122" y="663641"/>
                </a:lnTo>
                <a:lnTo>
                  <a:pt x="265144" y="660042"/>
                </a:lnTo>
                <a:lnTo>
                  <a:pt x="221261" y="649590"/>
                </a:lnTo>
                <a:lnTo>
                  <a:pt x="179955" y="632797"/>
                </a:lnTo>
                <a:lnTo>
                  <a:pt x="141706" y="610177"/>
                </a:lnTo>
                <a:lnTo>
                  <a:pt x="106996" y="582244"/>
                </a:lnTo>
                <a:lnTo>
                  <a:pt x="76306" y="549511"/>
                </a:lnTo>
                <a:lnTo>
                  <a:pt x="50117" y="512491"/>
                </a:lnTo>
                <a:lnTo>
                  <a:pt x="28912" y="471698"/>
                </a:lnTo>
                <a:lnTo>
                  <a:pt x="13170" y="427644"/>
                </a:lnTo>
                <a:lnTo>
                  <a:pt x="3373" y="380845"/>
                </a:lnTo>
                <a:lnTo>
                  <a:pt x="0" y="331812"/>
                </a:lnTo>
                <a:lnTo>
                  <a:pt x="3378" y="282780"/>
                </a:lnTo>
                <a:lnTo>
                  <a:pt x="13178" y="235982"/>
                </a:lnTo>
                <a:lnTo>
                  <a:pt x="28921" y="191930"/>
                </a:lnTo>
                <a:lnTo>
                  <a:pt x="50128" y="151139"/>
                </a:lnTo>
                <a:lnTo>
                  <a:pt x="76316" y="114121"/>
                </a:lnTo>
                <a:lnTo>
                  <a:pt x="107005" y="81389"/>
                </a:lnTo>
                <a:lnTo>
                  <a:pt x="141715" y="53458"/>
                </a:lnTo>
                <a:lnTo>
                  <a:pt x="179962" y="30839"/>
                </a:lnTo>
                <a:lnTo>
                  <a:pt x="221267" y="14048"/>
                </a:lnTo>
                <a:lnTo>
                  <a:pt x="265148" y="3597"/>
                </a:lnTo>
                <a:lnTo>
                  <a:pt x="311123" y="0"/>
                </a:lnTo>
                <a:lnTo>
                  <a:pt x="357099" y="3598"/>
                </a:lnTo>
                <a:lnTo>
                  <a:pt x="400979" y="14049"/>
                </a:lnTo>
                <a:lnTo>
                  <a:pt x="442284" y="30840"/>
                </a:lnTo>
                <a:lnTo>
                  <a:pt x="480531" y="53458"/>
                </a:lnTo>
                <a:lnTo>
                  <a:pt x="515240" y="81389"/>
                </a:lnTo>
                <a:lnTo>
                  <a:pt x="545929" y="114121"/>
                </a:lnTo>
                <a:lnTo>
                  <a:pt x="572118" y="151139"/>
                </a:lnTo>
                <a:lnTo>
                  <a:pt x="593325" y="191930"/>
                </a:lnTo>
                <a:lnTo>
                  <a:pt x="609069" y="235981"/>
                </a:lnTo>
                <a:lnTo>
                  <a:pt x="618869" y="282779"/>
                </a:lnTo>
                <a:lnTo>
                  <a:pt x="619123" y="286463"/>
                </a:lnTo>
              </a:path>
            </a:pathLst>
          </a:custGeom>
          <a:ln w="19050">
            <a:solidFill>
              <a:srgbClr val="A6182E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 txBox="1"/>
          <p:nvPr/>
        </p:nvSpPr>
        <p:spPr>
          <a:xfrm>
            <a:off x="1584805" y="3694742"/>
            <a:ext cx="170815" cy="330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spc="-75" dirty="0">
                <a:latin typeface="Lucida Sans"/>
                <a:cs typeface="Lucida Sans"/>
              </a:rPr>
              <a:t>1</a:t>
            </a:r>
            <a:endParaRPr sz="2000">
              <a:latin typeface="Lucida Sans"/>
              <a:cs typeface="Lucida Sans"/>
            </a:endParaRPr>
          </a:p>
        </p:txBody>
      </p:sp>
      <p:pic>
        <p:nvPicPr>
          <p:cNvPr id="13" name="object 1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833000" y="4339315"/>
            <a:ext cx="3914790" cy="2876549"/>
          </a:xfrm>
          <a:prstGeom prst="rect">
            <a:avLst/>
          </a:prstGeom>
        </p:spPr>
      </p:pic>
      <p:pic>
        <p:nvPicPr>
          <p:cNvPr id="14" name="object 14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9095384" y="3715389"/>
            <a:ext cx="5210190" cy="6372209"/>
          </a:xfrm>
          <a:prstGeom prst="rect">
            <a:avLst/>
          </a:prstGeom>
        </p:spPr>
      </p:pic>
      <p:sp>
        <p:nvSpPr>
          <p:cNvPr id="15" name="object 15"/>
          <p:cNvSpPr txBox="1"/>
          <p:nvPr/>
        </p:nvSpPr>
        <p:spPr>
          <a:xfrm>
            <a:off x="2769756" y="1006536"/>
            <a:ext cx="2693670" cy="330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1642110" algn="l"/>
              </a:tabLst>
            </a:pPr>
            <a:r>
              <a:rPr sz="2000" spc="-10" dirty="0">
                <a:latin typeface="Lucida Sans"/>
                <a:cs typeface="Lucida Sans"/>
              </a:rPr>
              <a:t>Marketplace</a:t>
            </a:r>
            <a:r>
              <a:rPr sz="2000" dirty="0">
                <a:latin typeface="Lucida Sans"/>
                <a:cs typeface="Lucida Sans"/>
              </a:rPr>
              <a:t>	</a:t>
            </a:r>
            <a:r>
              <a:rPr sz="2000" spc="55" dirty="0">
                <a:latin typeface="Lucida Sans"/>
                <a:cs typeface="Lucida Sans"/>
              </a:rPr>
              <a:t>&amp;</a:t>
            </a:r>
            <a:r>
              <a:rPr sz="2000" spc="-114" dirty="0">
                <a:latin typeface="Lucida Sans"/>
                <a:cs typeface="Lucida Sans"/>
              </a:rPr>
              <a:t> </a:t>
            </a:r>
            <a:r>
              <a:rPr sz="2000" spc="-40" dirty="0">
                <a:latin typeface="Lucida Sans"/>
                <a:cs typeface="Lucida Sans"/>
              </a:rPr>
              <a:t>Listing</a:t>
            </a:r>
            <a:endParaRPr sz="2000">
              <a:latin typeface="Lucida Sans"/>
              <a:cs typeface="Lucida Sans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1478466" y="1006536"/>
            <a:ext cx="680085" cy="330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spc="-35" dirty="0">
                <a:solidFill>
                  <a:srgbClr val="0F0E0D"/>
                </a:solidFill>
                <a:latin typeface="Lucida Sans"/>
                <a:cs typeface="Lucida Sans"/>
              </a:rPr>
              <a:t>Login</a:t>
            </a:r>
            <a:endParaRPr sz="2000">
              <a:latin typeface="Lucida Sans"/>
              <a:cs typeface="Lucida Sans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7752523" y="1006536"/>
            <a:ext cx="748665" cy="330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spc="-30" dirty="0">
                <a:latin typeface="Lucida Sans"/>
                <a:cs typeface="Lucida Sans"/>
              </a:rPr>
              <a:t>Figma</a:t>
            </a:r>
            <a:endParaRPr sz="2000">
              <a:latin typeface="Lucida Sans"/>
              <a:cs typeface="Lucida Sans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5798300" y="1006536"/>
            <a:ext cx="1461135" cy="330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dirty="0">
                <a:latin typeface="Lucida Sans"/>
                <a:cs typeface="Lucida Sans"/>
              </a:rPr>
              <a:t>My</a:t>
            </a:r>
            <a:r>
              <a:rPr sz="2000" spc="-55" dirty="0">
                <a:latin typeface="Lucida Sans"/>
                <a:cs typeface="Lucida Sans"/>
              </a:rPr>
              <a:t> </a:t>
            </a:r>
            <a:r>
              <a:rPr sz="2000" spc="-10" dirty="0">
                <a:latin typeface="Lucida Sans"/>
                <a:cs typeface="Lucida Sans"/>
              </a:rPr>
              <a:t>Shortlist</a:t>
            </a:r>
            <a:endParaRPr sz="2000">
              <a:latin typeface="Lucida Sans"/>
              <a:cs typeface="Lucida Sans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2201620" y="3691271"/>
            <a:ext cx="4156075" cy="3606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200" spc="-35" dirty="0">
                <a:solidFill>
                  <a:srgbClr val="0F0E0D"/>
                </a:solidFill>
                <a:latin typeface="Lucida Sans"/>
                <a:cs typeface="Lucida Sans"/>
              </a:rPr>
              <a:t>Function:</a:t>
            </a:r>
            <a:r>
              <a:rPr sz="2200" spc="-125" dirty="0">
                <a:solidFill>
                  <a:srgbClr val="0F0E0D"/>
                </a:solidFill>
                <a:latin typeface="Lucida Sans"/>
                <a:cs typeface="Lucida Sans"/>
              </a:rPr>
              <a:t> </a:t>
            </a:r>
            <a:r>
              <a:rPr sz="2200" spc="-10" dirty="0">
                <a:solidFill>
                  <a:srgbClr val="0F0E0D"/>
                </a:solidFill>
                <a:latin typeface="Lucida Sans"/>
                <a:cs typeface="Lucida Sans"/>
              </a:rPr>
              <a:t>onAuthStateChanged</a:t>
            </a:r>
            <a:endParaRPr sz="2200">
              <a:latin typeface="Lucida Sans"/>
              <a:cs typeface="Lucida Sans"/>
            </a:endParaRPr>
          </a:p>
        </p:txBody>
      </p:sp>
      <p:pic>
        <p:nvPicPr>
          <p:cNvPr id="20" name="object 20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1673208" y="7665399"/>
            <a:ext cx="95250" cy="95250"/>
          </a:xfrm>
          <a:prstGeom prst="rect">
            <a:avLst/>
          </a:prstGeom>
        </p:spPr>
      </p:pic>
      <p:pic>
        <p:nvPicPr>
          <p:cNvPr id="21" name="object 21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1673208" y="8103549"/>
            <a:ext cx="95250" cy="95250"/>
          </a:xfrm>
          <a:prstGeom prst="rect">
            <a:avLst/>
          </a:prstGeom>
        </p:spPr>
      </p:pic>
      <p:pic>
        <p:nvPicPr>
          <p:cNvPr id="22" name="object 22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1673208" y="8979849"/>
            <a:ext cx="95250" cy="95250"/>
          </a:xfrm>
          <a:prstGeom prst="rect">
            <a:avLst/>
          </a:prstGeom>
        </p:spPr>
      </p:pic>
      <p:sp>
        <p:nvSpPr>
          <p:cNvPr id="23" name="object 23"/>
          <p:cNvSpPr txBox="1"/>
          <p:nvPr/>
        </p:nvSpPr>
        <p:spPr>
          <a:xfrm>
            <a:off x="1916344" y="7413298"/>
            <a:ext cx="4778375" cy="221615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30700"/>
              </a:lnSpc>
              <a:spcBef>
                <a:spcPts val="100"/>
              </a:spcBef>
            </a:pPr>
            <a:r>
              <a:rPr sz="2200" dirty="0">
                <a:solidFill>
                  <a:srgbClr val="0F0E0D"/>
                </a:solidFill>
                <a:latin typeface="Lucida Sans"/>
                <a:cs typeface="Lucida Sans"/>
              </a:rPr>
              <a:t>It</a:t>
            </a:r>
            <a:r>
              <a:rPr sz="2200" spc="-125" dirty="0">
                <a:solidFill>
                  <a:srgbClr val="0F0E0D"/>
                </a:solidFill>
                <a:latin typeface="Lucida Sans"/>
                <a:cs typeface="Lucida Sans"/>
              </a:rPr>
              <a:t> </a:t>
            </a:r>
            <a:r>
              <a:rPr sz="2200" spc="-10" dirty="0">
                <a:solidFill>
                  <a:srgbClr val="0F0E0D"/>
                </a:solidFill>
                <a:latin typeface="Lucida Sans"/>
                <a:cs typeface="Lucida Sans"/>
              </a:rPr>
              <a:t>runs</a:t>
            </a:r>
            <a:r>
              <a:rPr sz="2200" spc="-125" dirty="0">
                <a:solidFill>
                  <a:srgbClr val="0F0E0D"/>
                </a:solidFill>
                <a:latin typeface="Lucida Sans"/>
                <a:cs typeface="Lucida Sans"/>
              </a:rPr>
              <a:t> </a:t>
            </a:r>
            <a:r>
              <a:rPr sz="2200" dirty="0">
                <a:solidFill>
                  <a:srgbClr val="0F0E0D"/>
                </a:solidFill>
                <a:latin typeface="Lucida Sans"/>
                <a:cs typeface="Lucida Sans"/>
              </a:rPr>
              <a:t>the</a:t>
            </a:r>
            <a:r>
              <a:rPr sz="2200" spc="-125" dirty="0">
                <a:solidFill>
                  <a:srgbClr val="0F0E0D"/>
                </a:solidFill>
                <a:latin typeface="Lucida Sans"/>
                <a:cs typeface="Lucida Sans"/>
              </a:rPr>
              <a:t> </a:t>
            </a:r>
            <a:r>
              <a:rPr sz="2200" dirty="0">
                <a:solidFill>
                  <a:srgbClr val="0F0E0D"/>
                </a:solidFill>
                <a:latin typeface="Lucida Sans"/>
                <a:cs typeface="Lucida Sans"/>
              </a:rPr>
              <a:t>moment</a:t>
            </a:r>
            <a:r>
              <a:rPr sz="2200" spc="-125" dirty="0">
                <a:solidFill>
                  <a:srgbClr val="0F0E0D"/>
                </a:solidFill>
                <a:latin typeface="Lucida Sans"/>
                <a:cs typeface="Lucida Sans"/>
              </a:rPr>
              <a:t> </a:t>
            </a:r>
            <a:r>
              <a:rPr sz="2200" dirty="0">
                <a:solidFill>
                  <a:srgbClr val="0F0E0D"/>
                </a:solidFill>
                <a:latin typeface="Lucida Sans"/>
                <a:cs typeface="Lucida Sans"/>
              </a:rPr>
              <a:t>the</a:t>
            </a:r>
            <a:r>
              <a:rPr sz="2200" spc="-125" dirty="0">
                <a:solidFill>
                  <a:srgbClr val="0F0E0D"/>
                </a:solidFill>
                <a:latin typeface="Lucida Sans"/>
                <a:cs typeface="Lucida Sans"/>
              </a:rPr>
              <a:t> </a:t>
            </a:r>
            <a:r>
              <a:rPr sz="2200" spc="-50" dirty="0">
                <a:solidFill>
                  <a:srgbClr val="0F0E0D"/>
                </a:solidFill>
                <a:latin typeface="Lucida Sans"/>
                <a:cs typeface="Lucida Sans"/>
              </a:rPr>
              <a:t>page</a:t>
            </a:r>
            <a:r>
              <a:rPr sz="2200" spc="-125" dirty="0">
                <a:solidFill>
                  <a:srgbClr val="0F0E0D"/>
                </a:solidFill>
                <a:latin typeface="Lucida Sans"/>
                <a:cs typeface="Lucida Sans"/>
              </a:rPr>
              <a:t> </a:t>
            </a:r>
            <a:r>
              <a:rPr sz="2200" spc="-10" dirty="0">
                <a:solidFill>
                  <a:srgbClr val="0F0E0D"/>
                </a:solidFill>
                <a:latin typeface="Lucida Sans"/>
                <a:cs typeface="Lucida Sans"/>
              </a:rPr>
              <a:t>loads. </a:t>
            </a:r>
            <a:r>
              <a:rPr sz="2200" dirty="0">
                <a:solidFill>
                  <a:srgbClr val="0F0E0D"/>
                </a:solidFill>
                <a:latin typeface="Lucida Sans"/>
                <a:cs typeface="Lucida Sans"/>
              </a:rPr>
              <a:t>If</a:t>
            </a:r>
            <a:r>
              <a:rPr sz="2200" spc="-120" dirty="0">
                <a:solidFill>
                  <a:srgbClr val="0F0E0D"/>
                </a:solidFill>
                <a:latin typeface="Lucida Sans"/>
                <a:cs typeface="Lucida Sans"/>
              </a:rPr>
              <a:t> </a:t>
            </a:r>
            <a:r>
              <a:rPr sz="2200" dirty="0">
                <a:solidFill>
                  <a:srgbClr val="0F0E0D"/>
                </a:solidFill>
                <a:latin typeface="Lucida Sans"/>
                <a:cs typeface="Lucida Sans"/>
              </a:rPr>
              <a:t>user</a:t>
            </a:r>
            <a:r>
              <a:rPr sz="2200" spc="-120" dirty="0">
                <a:solidFill>
                  <a:srgbClr val="0F0E0D"/>
                </a:solidFill>
                <a:latin typeface="Lucida Sans"/>
                <a:cs typeface="Lucida Sans"/>
              </a:rPr>
              <a:t> </a:t>
            </a:r>
            <a:r>
              <a:rPr sz="2200" spc="-70" dirty="0">
                <a:solidFill>
                  <a:srgbClr val="0F0E0D"/>
                </a:solidFill>
                <a:latin typeface="Lucida Sans"/>
                <a:cs typeface="Lucida Sans"/>
              </a:rPr>
              <a:t>is</a:t>
            </a:r>
            <a:r>
              <a:rPr sz="2200" spc="-120" dirty="0">
                <a:solidFill>
                  <a:srgbClr val="0F0E0D"/>
                </a:solidFill>
                <a:latin typeface="Lucida Sans"/>
                <a:cs typeface="Lucida Sans"/>
              </a:rPr>
              <a:t> </a:t>
            </a:r>
            <a:r>
              <a:rPr sz="2200" spc="-65" dirty="0">
                <a:solidFill>
                  <a:srgbClr val="0F0E0D"/>
                </a:solidFill>
                <a:latin typeface="Lucida Sans"/>
                <a:cs typeface="Lucida Sans"/>
              </a:rPr>
              <a:t>signed</a:t>
            </a:r>
            <a:r>
              <a:rPr sz="2200" spc="-114" dirty="0">
                <a:solidFill>
                  <a:srgbClr val="0F0E0D"/>
                </a:solidFill>
                <a:latin typeface="Lucida Sans"/>
                <a:cs typeface="Lucida Sans"/>
              </a:rPr>
              <a:t> </a:t>
            </a:r>
            <a:r>
              <a:rPr sz="2200" spc="-65" dirty="0">
                <a:solidFill>
                  <a:srgbClr val="0F0E0D"/>
                </a:solidFill>
                <a:latin typeface="Lucida Sans"/>
                <a:cs typeface="Lucida Sans"/>
              </a:rPr>
              <a:t>in,</a:t>
            </a:r>
            <a:r>
              <a:rPr sz="2200" spc="-120" dirty="0">
                <a:solidFill>
                  <a:srgbClr val="0F0E0D"/>
                </a:solidFill>
                <a:latin typeface="Lucida Sans"/>
                <a:cs typeface="Lucida Sans"/>
              </a:rPr>
              <a:t> </a:t>
            </a:r>
            <a:r>
              <a:rPr sz="2200" spc="-75" dirty="0">
                <a:solidFill>
                  <a:srgbClr val="0F0E0D"/>
                </a:solidFill>
                <a:latin typeface="Lucida Sans"/>
                <a:cs typeface="Lucida Sans"/>
              </a:rPr>
              <a:t>skip</a:t>
            </a:r>
            <a:r>
              <a:rPr sz="2200" spc="-120" dirty="0">
                <a:solidFill>
                  <a:srgbClr val="0F0E0D"/>
                </a:solidFill>
                <a:latin typeface="Lucida Sans"/>
                <a:cs typeface="Lucida Sans"/>
              </a:rPr>
              <a:t> </a:t>
            </a:r>
            <a:r>
              <a:rPr sz="2200" spc="-75" dirty="0">
                <a:solidFill>
                  <a:srgbClr val="0F0E0D"/>
                </a:solidFill>
                <a:latin typeface="Lucida Sans"/>
                <a:cs typeface="Lucida Sans"/>
              </a:rPr>
              <a:t>login</a:t>
            </a:r>
            <a:r>
              <a:rPr sz="2200" spc="-114" dirty="0">
                <a:solidFill>
                  <a:srgbClr val="0F0E0D"/>
                </a:solidFill>
                <a:latin typeface="Lucida Sans"/>
                <a:cs typeface="Lucida Sans"/>
              </a:rPr>
              <a:t> </a:t>
            </a:r>
            <a:r>
              <a:rPr sz="2200" dirty="0">
                <a:solidFill>
                  <a:srgbClr val="0F0E0D"/>
                </a:solidFill>
                <a:latin typeface="Lucida Sans"/>
                <a:cs typeface="Lucida Sans"/>
              </a:rPr>
              <a:t>and</a:t>
            </a:r>
            <a:r>
              <a:rPr sz="2200" spc="-120" dirty="0">
                <a:solidFill>
                  <a:srgbClr val="0F0E0D"/>
                </a:solidFill>
                <a:latin typeface="Lucida Sans"/>
                <a:cs typeface="Lucida Sans"/>
              </a:rPr>
              <a:t> </a:t>
            </a:r>
            <a:r>
              <a:rPr sz="2200" spc="-25" dirty="0">
                <a:solidFill>
                  <a:srgbClr val="0F0E0D"/>
                </a:solidFill>
                <a:latin typeface="Lucida Sans"/>
                <a:cs typeface="Lucida Sans"/>
              </a:rPr>
              <a:t>go </a:t>
            </a:r>
            <a:r>
              <a:rPr sz="2200" dirty="0">
                <a:solidFill>
                  <a:srgbClr val="0F0E0D"/>
                </a:solidFill>
                <a:latin typeface="Lucida Sans"/>
                <a:cs typeface="Lucida Sans"/>
              </a:rPr>
              <a:t>to</a:t>
            </a:r>
            <a:r>
              <a:rPr sz="2200" spc="-160" dirty="0">
                <a:solidFill>
                  <a:srgbClr val="0F0E0D"/>
                </a:solidFill>
                <a:latin typeface="Lucida Sans"/>
                <a:cs typeface="Lucida Sans"/>
              </a:rPr>
              <a:t> </a:t>
            </a:r>
            <a:r>
              <a:rPr sz="2200" spc="-10" dirty="0">
                <a:solidFill>
                  <a:srgbClr val="0F0E0D"/>
                </a:solidFill>
                <a:latin typeface="Lucida Sans"/>
                <a:cs typeface="Lucida Sans"/>
              </a:rPr>
              <a:t>index.html.</a:t>
            </a:r>
            <a:endParaRPr sz="2200">
              <a:latin typeface="Lucida Sans"/>
              <a:cs typeface="Lucida Sans"/>
            </a:endParaRPr>
          </a:p>
          <a:p>
            <a:pPr marL="12700" marR="197485">
              <a:lnSpc>
                <a:spcPct val="130700"/>
              </a:lnSpc>
            </a:pPr>
            <a:r>
              <a:rPr sz="2200" dirty="0">
                <a:solidFill>
                  <a:srgbClr val="0F0E0D"/>
                </a:solidFill>
                <a:latin typeface="Lucida Sans"/>
                <a:cs typeface="Lucida Sans"/>
              </a:rPr>
              <a:t>Users</a:t>
            </a:r>
            <a:r>
              <a:rPr sz="2200" spc="-105" dirty="0">
                <a:solidFill>
                  <a:srgbClr val="0F0E0D"/>
                </a:solidFill>
                <a:latin typeface="Lucida Sans"/>
                <a:cs typeface="Lucida Sans"/>
              </a:rPr>
              <a:t> </a:t>
            </a:r>
            <a:r>
              <a:rPr sz="2200" dirty="0">
                <a:solidFill>
                  <a:srgbClr val="0F0E0D"/>
                </a:solidFill>
                <a:latin typeface="Lucida Sans"/>
                <a:cs typeface="Lucida Sans"/>
              </a:rPr>
              <a:t>that</a:t>
            </a:r>
            <a:r>
              <a:rPr sz="2200" spc="-100" dirty="0">
                <a:solidFill>
                  <a:srgbClr val="0F0E0D"/>
                </a:solidFill>
                <a:latin typeface="Lucida Sans"/>
                <a:cs typeface="Lucida Sans"/>
              </a:rPr>
              <a:t> </a:t>
            </a:r>
            <a:r>
              <a:rPr sz="2200" dirty="0">
                <a:solidFill>
                  <a:srgbClr val="0F0E0D"/>
                </a:solidFill>
                <a:latin typeface="Lucida Sans"/>
                <a:cs typeface="Lucida Sans"/>
              </a:rPr>
              <a:t>are</a:t>
            </a:r>
            <a:r>
              <a:rPr sz="2200" spc="-100" dirty="0">
                <a:solidFill>
                  <a:srgbClr val="0F0E0D"/>
                </a:solidFill>
                <a:latin typeface="Lucida Sans"/>
                <a:cs typeface="Lucida Sans"/>
              </a:rPr>
              <a:t> </a:t>
            </a:r>
            <a:r>
              <a:rPr sz="2200" spc="-10" dirty="0">
                <a:solidFill>
                  <a:srgbClr val="0F0E0D"/>
                </a:solidFill>
                <a:latin typeface="Lucida Sans"/>
                <a:cs typeface="Lucida Sans"/>
              </a:rPr>
              <a:t>already authenticated</a:t>
            </a:r>
            <a:r>
              <a:rPr sz="2200" spc="-114" dirty="0">
                <a:solidFill>
                  <a:srgbClr val="0F0E0D"/>
                </a:solidFill>
                <a:latin typeface="Lucida Sans"/>
                <a:cs typeface="Lucida Sans"/>
              </a:rPr>
              <a:t> </a:t>
            </a:r>
            <a:r>
              <a:rPr sz="2200" dirty="0">
                <a:solidFill>
                  <a:srgbClr val="0F0E0D"/>
                </a:solidFill>
                <a:latin typeface="Lucida Sans"/>
                <a:cs typeface="Lucida Sans"/>
              </a:rPr>
              <a:t>never</a:t>
            </a:r>
            <a:r>
              <a:rPr sz="2200" spc="-114" dirty="0">
                <a:solidFill>
                  <a:srgbClr val="0F0E0D"/>
                </a:solidFill>
                <a:latin typeface="Lucida Sans"/>
                <a:cs typeface="Lucida Sans"/>
              </a:rPr>
              <a:t> </a:t>
            </a:r>
            <a:r>
              <a:rPr sz="2200" dirty="0">
                <a:solidFill>
                  <a:srgbClr val="0F0E0D"/>
                </a:solidFill>
                <a:latin typeface="Lucida Sans"/>
                <a:cs typeface="Lucida Sans"/>
              </a:rPr>
              <a:t>see</a:t>
            </a:r>
            <a:r>
              <a:rPr sz="2200" spc="-114" dirty="0">
                <a:solidFill>
                  <a:srgbClr val="0F0E0D"/>
                </a:solidFill>
                <a:latin typeface="Lucida Sans"/>
                <a:cs typeface="Lucida Sans"/>
              </a:rPr>
              <a:t> </a:t>
            </a:r>
            <a:r>
              <a:rPr sz="2200" spc="-30" dirty="0">
                <a:solidFill>
                  <a:srgbClr val="0F0E0D"/>
                </a:solidFill>
                <a:latin typeface="Lucida Sans"/>
                <a:cs typeface="Lucida Sans"/>
              </a:rPr>
              <a:t>this</a:t>
            </a:r>
            <a:r>
              <a:rPr sz="2200" spc="-110" dirty="0">
                <a:solidFill>
                  <a:srgbClr val="0F0E0D"/>
                </a:solidFill>
                <a:latin typeface="Lucida Sans"/>
                <a:cs typeface="Lucida Sans"/>
              </a:rPr>
              <a:t> </a:t>
            </a:r>
            <a:r>
              <a:rPr sz="2200" spc="-25" dirty="0">
                <a:solidFill>
                  <a:srgbClr val="0F0E0D"/>
                </a:solidFill>
                <a:latin typeface="Lucida Sans"/>
                <a:cs typeface="Lucida Sans"/>
              </a:rPr>
              <a:t>page.</a:t>
            </a:r>
            <a:endParaRPr sz="2200">
              <a:latin typeface="Lucida Sans"/>
              <a:cs typeface="Lucida Sans"/>
            </a:endParaRPr>
          </a:p>
        </p:txBody>
      </p:sp>
      <p:sp>
        <p:nvSpPr>
          <p:cNvPr id="24" name="object 24"/>
          <p:cNvSpPr/>
          <p:nvPr/>
        </p:nvSpPr>
        <p:spPr>
          <a:xfrm>
            <a:off x="7553553" y="4811988"/>
            <a:ext cx="19050" cy="3556635"/>
          </a:xfrm>
          <a:custGeom>
            <a:avLst/>
            <a:gdLst/>
            <a:ahLst/>
            <a:cxnLst/>
            <a:rect l="l" t="t" r="r" b="b"/>
            <a:pathLst>
              <a:path w="19050" h="3556634">
                <a:moveTo>
                  <a:pt x="19049" y="0"/>
                </a:moveTo>
                <a:lnTo>
                  <a:pt x="0" y="3556256"/>
                </a:lnTo>
              </a:path>
            </a:pathLst>
          </a:custGeom>
          <a:ln w="38100">
            <a:solidFill>
              <a:srgbClr val="A6182E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object 25"/>
          <p:cNvSpPr/>
          <p:nvPr/>
        </p:nvSpPr>
        <p:spPr>
          <a:xfrm>
            <a:off x="8267853" y="3532752"/>
            <a:ext cx="619125" cy="664210"/>
          </a:xfrm>
          <a:custGeom>
            <a:avLst/>
            <a:gdLst/>
            <a:ahLst/>
            <a:cxnLst/>
            <a:rect l="l" t="t" r="r" b="b"/>
            <a:pathLst>
              <a:path w="619125" h="664210">
                <a:moveTo>
                  <a:pt x="619120" y="377246"/>
                </a:moveTo>
                <a:lnTo>
                  <a:pt x="609081" y="427647"/>
                </a:lnTo>
                <a:lnTo>
                  <a:pt x="593338" y="471701"/>
                </a:lnTo>
                <a:lnTo>
                  <a:pt x="572131" y="512495"/>
                </a:lnTo>
                <a:lnTo>
                  <a:pt x="545942" y="549516"/>
                </a:lnTo>
                <a:lnTo>
                  <a:pt x="515252" y="582249"/>
                </a:lnTo>
                <a:lnTo>
                  <a:pt x="480541" y="610183"/>
                </a:lnTo>
                <a:lnTo>
                  <a:pt x="442291" y="632802"/>
                </a:lnTo>
                <a:lnTo>
                  <a:pt x="400984" y="649594"/>
                </a:lnTo>
                <a:lnTo>
                  <a:pt x="357100" y="660045"/>
                </a:lnTo>
                <a:lnTo>
                  <a:pt x="311122" y="663640"/>
                </a:lnTo>
                <a:lnTo>
                  <a:pt x="265145" y="660041"/>
                </a:lnTo>
                <a:lnTo>
                  <a:pt x="221263" y="649589"/>
                </a:lnTo>
                <a:lnTo>
                  <a:pt x="179956" y="632796"/>
                </a:lnTo>
                <a:lnTo>
                  <a:pt x="141707" y="610178"/>
                </a:lnTo>
                <a:lnTo>
                  <a:pt x="106996" y="582245"/>
                </a:lnTo>
                <a:lnTo>
                  <a:pt x="76305" y="549513"/>
                </a:lnTo>
                <a:lnTo>
                  <a:pt x="50116" y="512493"/>
                </a:lnTo>
                <a:lnTo>
                  <a:pt x="28909" y="471700"/>
                </a:lnTo>
                <a:lnTo>
                  <a:pt x="13167" y="427646"/>
                </a:lnTo>
                <a:lnTo>
                  <a:pt x="3370" y="380846"/>
                </a:lnTo>
                <a:lnTo>
                  <a:pt x="0" y="331813"/>
                </a:lnTo>
                <a:lnTo>
                  <a:pt x="3375" y="282780"/>
                </a:lnTo>
                <a:lnTo>
                  <a:pt x="13175" y="235982"/>
                </a:lnTo>
                <a:lnTo>
                  <a:pt x="28919" y="191930"/>
                </a:lnTo>
                <a:lnTo>
                  <a:pt x="50126" y="151139"/>
                </a:lnTo>
                <a:lnTo>
                  <a:pt x="76316" y="114121"/>
                </a:lnTo>
                <a:lnTo>
                  <a:pt x="107006" y="81390"/>
                </a:lnTo>
                <a:lnTo>
                  <a:pt x="141715" y="53459"/>
                </a:lnTo>
                <a:lnTo>
                  <a:pt x="179963" y="30842"/>
                </a:lnTo>
                <a:lnTo>
                  <a:pt x="221268" y="14051"/>
                </a:lnTo>
                <a:lnTo>
                  <a:pt x="265148" y="3599"/>
                </a:lnTo>
                <a:lnTo>
                  <a:pt x="311124" y="0"/>
                </a:lnTo>
                <a:lnTo>
                  <a:pt x="357099" y="3596"/>
                </a:lnTo>
                <a:lnTo>
                  <a:pt x="400981" y="14046"/>
                </a:lnTo>
                <a:lnTo>
                  <a:pt x="442286" y="30838"/>
                </a:lnTo>
                <a:lnTo>
                  <a:pt x="480534" y="53456"/>
                </a:lnTo>
                <a:lnTo>
                  <a:pt x="515243" y="81388"/>
                </a:lnTo>
                <a:lnTo>
                  <a:pt x="545932" y="114120"/>
                </a:lnTo>
                <a:lnTo>
                  <a:pt x="572121" y="151138"/>
                </a:lnTo>
                <a:lnTo>
                  <a:pt x="593328" y="191930"/>
                </a:lnTo>
                <a:lnTo>
                  <a:pt x="609072" y="235981"/>
                </a:lnTo>
                <a:lnTo>
                  <a:pt x="618872" y="282780"/>
                </a:lnTo>
                <a:lnTo>
                  <a:pt x="619122" y="286420"/>
                </a:lnTo>
              </a:path>
            </a:pathLst>
          </a:custGeom>
          <a:ln w="19050">
            <a:solidFill>
              <a:srgbClr val="A6182E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object 26"/>
          <p:cNvSpPr txBox="1"/>
          <p:nvPr/>
        </p:nvSpPr>
        <p:spPr>
          <a:xfrm>
            <a:off x="8493575" y="3694742"/>
            <a:ext cx="170815" cy="330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spc="-75" dirty="0">
                <a:latin typeface="Lucida Sans"/>
                <a:cs typeface="Lucida Sans"/>
              </a:rPr>
              <a:t>2</a:t>
            </a:r>
            <a:endParaRPr sz="2000">
              <a:latin typeface="Lucida Sans"/>
              <a:cs typeface="Lucida Sans"/>
            </a:endParaRPr>
          </a:p>
        </p:txBody>
      </p:sp>
      <p:pic>
        <p:nvPicPr>
          <p:cNvPr id="27" name="object 27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14799045" y="5717529"/>
            <a:ext cx="123825" cy="123825"/>
          </a:xfrm>
          <a:prstGeom prst="rect">
            <a:avLst/>
          </a:prstGeom>
        </p:spPr>
      </p:pic>
      <p:sp>
        <p:nvSpPr>
          <p:cNvPr id="28" name="object 28"/>
          <p:cNvSpPr txBox="1"/>
          <p:nvPr/>
        </p:nvSpPr>
        <p:spPr>
          <a:xfrm>
            <a:off x="14500595" y="3709018"/>
            <a:ext cx="3703320" cy="339725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880110">
              <a:lnSpc>
                <a:spcPct val="131700"/>
              </a:lnSpc>
              <a:spcBef>
                <a:spcPts val="100"/>
              </a:spcBef>
            </a:pPr>
            <a:r>
              <a:rPr sz="2800" spc="-25" dirty="0">
                <a:solidFill>
                  <a:srgbClr val="0F0E0D"/>
                </a:solidFill>
                <a:latin typeface="Lucida Sans"/>
                <a:cs typeface="Lucida Sans"/>
              </a:rPr>
              <a:t>Firebase</a:t>
            </a:r>
            <a:r>
              <a:rPr sz="2800" spc="-145" dirty="0">
                <a:solidFill>
                  <a:srgbClr val="0F0E0D"/>
                </a:solidFill>
                <a:latin typeface="Lucida Sans"/>
                <a:cs typeface="Lucida Sans"/>
              </a:rPr>
              <a:t> </a:t>
            </a:r>
            <a:r>
              <a:rPr sz="2800" spc="-10" dirty="0">
                <a:solidFill>
                  <a:srgbClr val="0F0E0D"/>
                </a:solidFill>
                <a:latin typeface="Lucida Sans"/>
                <a:cs typeface="Lucida Sans"/>
              </a:rPr>
              <a:t>verifies credentials: </a:t>
            </a:r>
            <a:r>
              <a:rPr sz="2800" spc="-35" dirty="0">
                <a:solidFill>
                  <a:srgbClr val="0F0E0D"/>
                </a:solidFill>
                <a:latin typeface="Lucida Sans"/>
                <a:cs typeface="Lucida Sans"/>
              </a:rPr>
              <a:t>Credentials</a:t>
            </a:r>
            <a:r>
              <a:rPr sz="2800" spc="-170" dirty="0">
                <a:solidFill>
                  <a:srgbClr val="0F0E0D"/>
                </a:solidFill>
                <a:latin typeface="Lucida Sans"/>
                <a:cs typeface="Lucida Sans"/>
              </a:rPr>
              <a:t> </a:t>
            </a:r>
            <a:r>
              <a:rPr sz="2800" spc="-20" dirty="0">
                <a:solidFill>
                  <a:srgbClr val="00BE62"/>
                </a:solidFill>
                <a:latin typeface="Lucida Sans"/>
                <a:cs typeface="Lucida Sans"/>
              </a:rPr>
              <a:t>valid</a:t>
            </a:r>
            <a:endParaRPr sz="2800">
              <a:latin typeface="Lucida Sans"/>
              <a:cs typeface="Lucida Sans"/>
            </a:endParaRPr>
          </a:p>
          <a:p>
            <a:pPr marL="616585" marR="5080" indent="92075">
              <a:lnSpc>
                <a:spcPct val="131700"/>
              </a:lnSpc>
            </a:pPr>
            <a:r>
              <a:rPr sz="2800" dirty="0">
                <a:solidFill>
                  <a:srgbClr val="0F0E0D"/>
                </a:solidFill>
                <a:latin typeface="Lucida Sans"/>
                <a:cs typeface="Lucida Sans"/>
              </a:rPr>
              <a:t>User</a:t>
            </a:r>
            <a:r>
              <a:rPr sz="2800" spc="-135" dirty="0">
                <a:solidFill>
                  <a:srgbClr val="0F0E0D"/>
                </a:solidFill>
                <a:latin typeface="Lucida Sans"/>
                <a:cs typeface="Lucida Sans"/>
              </a:rPr>
              <a:t> </a:t>
            </a:r>
            <a:r>
              <a:rPr sz="2800" spc="-80" dirty="0">
                <a:solidFill>
                  <a:srgbClr val="0F0E0D"/>
                </a:solidFill>
                <a:latin typeface="Lucida Sans"/>
                <a:cs typeface="Lucida Sans"/>
              </a:rPr>
              <a:t>is</a:t>
            </a:r>
            <a:r>
              <a:rPr sz="2800" spc="-130" dirty="0">
                <a:solidFill>
                  <a:srgbClr val="0F0E0D"/>
                </a:solidFill>
                <a:latin typeface="Lucida Sans"/>
                <a:cs typeface="Lucida Sans"/>
              </a:rPr>
              <a:t> </a:t>
            </a:r>
            <a:r>
              <a:rPr sz="2800" spc="-10" dirty="0">
                <a:solidFill>
                  <a:srgbClr val="0F0E0D"/>
                </a:solidFill>
                <a:latin typeface="Lucida Sans"/>
                <a:cs typeface="Lucida Sans"/>
              </a:rPr>
              <a:t>redirected </a:t>
            </a:r>
            <a:r>
              <a:rPr sz="2800" spc="-45" dirty="0">
                <a:solidFill>
                  <a:srgbClr val="0F0E0D"/>
                </a:solidFill>
                <a:latin typeface="Lucida Sans"/>
                <a:cs typeface="Lucida Sans"/>
              </a:rPr>
              <a:t>straight</a:t>
            </a:r>
            <a:r>
              <a:rPr sz="2800" spc="-165" dirty="0">
                <a:solidFill>
                  <a:srgbClr val="0F0E0D"/>
                </a:solidFill>
                <a:latin typeface="Lucida Sans"/>
                <a:cs typeface="Lucida Sans"/>
              </a:rPr>
              <a:t> </a:t>
            </a:r>
            <a:r>
              <a:rPr sz="2800" spc="-25" dirty="0">
                <a:solidFill>
                  <a:srgbClr val="0F0E0D"/>
                </a:solidFill>
                <a:latin typeface="Lucida Sans"/>
                <a:cs typeface="Lucida Sans"/>
              </a:rPr>
              <a:t>to </a:t>
            </a:r>
            <a:r>
              <a:rPr sz="2800" spc="-10" dirty="0">
                <a:solidFill>
                  <a:srgbClr val="0F0E0D"/>
                </a:solidFill>
                <a:latin typeface="Lucida Sans"/>
                <a:cs typeface="Lucida Sans"/>
              </a:rPr>
              <a:t>index.html.</a:t>
            </a:r>
            <a:endParaRPr sz="2800">
              <a:latin typeface="Lucida Sans"/>
              <a:cs typeface="Lucida Sans"/>
            </a:endParaRPr>
          </a:p>
        </p:txBody>
      </p:sp>
      <p:pic>
        <p:nvPicPr>
          <p:cNvPr id="29" name="object 29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14799045" y="8527404"/>
            <a:ext cx="123825" cy="123825"/>
          </a:xfrm>
          <a:prstGeom prst="rect">
            <a:avLst/>
          </a:prstGeom>
        </p:spPr>
      </p:pic>
      <p:sp>
        <p:nvSpPr>
          <p:cNvPr id="30" name="object 30"/>
          <p:cNvSpPr txBox="1"/>
          <p:nvPr/>
        </p:nvSpPr>
        <p:spPr>
          <a:xfrm>
            <a:off x="14500595" y="7642843"/>
            <a:ext cx="3399790" cy="171132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616585" marR="5080" indent="-604520">
              <a:lnSpc>
                <a:spcPct val="131700"/>
              </a:lnSpc>
              <a:spcBef>
                <a:spcPts val="100"/>
              </a:spcBef>
            </a:pPr>
            <a:r>
              <a:rPr sz="2800" spc="-40" dirty="0">
                <a:solidFill>
                  <a:srgbClr val="0F0E0D"/>
                </a:solidFill>
                <a:latin typeface="Lucida Sans"/>
                <a:cs typeface="Lucida Sans"/>
              </a:rPr>
              <a:t>Credentials</a:t>
            </a:r>
            <a:r>
              <a:rPr sz="2800" spc="-120" dirty="0">
                <a:solidFill>
                  <a:srgbClr val="0F0E0D"/>
                </a:solidFill>
                <a:latin typeface="Lucida Sans"/>
                <a:cs typeface="Lucida Sans"/>
              </a:rPr>
              <a:t> </a:t>
            </a:r>
            <a:r>
              <a:rPr sz="2800" spc="-10" dirty="0">
                <a:solidFill>
                  <a:srgbClr val="A6182E"/>
                </a:solidFill>
                <a:latin typeface="Lucida Sans"/>
                <a:cs typeface="Lucida Sans"/>
              </a:rPr>
              <a:t>invalid </a:t>
            </a:r>
            <a:r>
              <a:rPr sz="2800" spc="-25" dirty="0">
                <a:solidFill>
                  <a:srgbClr val="0F0E0D"/>
                </a:solidFill>
                <a:latin typeface="Lucida Sans"/>
                <a:cs typeface="Lucida Sans"/>
              </a:rPr>
              <a:t>Firebase</a:t>
            </a:r>
            <a:r>
              <a:rPr sz="2800" spc="-145" dirty="0">
                <a:solidFill>
                  <a:srgbClr val="0F0E0D"/>
                </a:solidFill>
                <a:latin typeface="Lucida Sans"/>
                <a:cs typeface="Lucida Sans"/>
              </a:rPr>
              <a:t> </a:t>
            </a:r>
            <a:r>
              <a:rPr sz="2800" spc="-10" dirty="0">
                <a:solidFill>
                  <a:srgbClr val="0F0E0D"/>
                </a:solidFill>
                <a:latin typeface="Lucida Sans"/>
                <a:cs typeface="Lucida Sans"/>
              </a:rPr>
              <a:t>returns </a:t>
            </a:r>
            <a:r>
              <a:rPr sz="2800" dirty="0">
                <a:solidFill>
                  <a:srgbClr val="0F0E0D"/>
                </a:solidFill>
                <a:latin typeface="Lucida Sans"/>
                <a:cs typeface="Lucida Sans"/>
              </a:rPr>
              <a:t>an</a:t>
            </a:r>
            <a:r>
              <a:rPr sz="2800" spc="-135" dirty="0">
                <a:solidFill>
                  <a:srgbClr val="0F0E0D"/>
                </a:solidFill>
                <a:latin typeface="Lucida Sans"/>
                <a:cs typeface="Lucida Sans"/>
              </a:rPr>
              <a:t> </a:t>
            </a:r>
            <a:r>
              <a:rPr sz="2800" dirty="0">
                <a:solidFill>
                  <a:srgbClr val="0F0E0D"/>
                </a:solidFill>
                <a:latin typeface="Lucida Sans"/>
                <a:cs typeface="Lucida Sans"/>
              </a:rPr>
              <a:t>error</a:t>
            </a:r>
            <a:r>
              <a:rPr sz="2800" spc="-130" dirty="0">
                <a:solidFill>
                  <a:srgbClr val="0F0E0D"/>
                </a:solidFill>
                <a:latin typeface="Lucida Sans"/>
                <a:cs typeface="Lucida Sans"/>
              </a:rPr>
              <a:t> </a:t>
            </a:r>
            <a:r>
              <a:rPr sz="2800" spc="-20" dirty="0">
                <a:solidFill>
                  <a:srgbClr val="0F0E0D"/>
                </a:solidFill>
                <a:latin typeface="Lucida Sans"/>
                <a:cs typeface="Lucida Sans"/>
              </a:rPr>
              <a:t>code.</a:t>
            </a:r>
            <a:endParaRPr sz="2800">
              <a:latin typeface="Lucida Sans"/>
              <a:cs typeface="Lucida Sans"/>
            </a:endParaRPr>
          </a:p>
        </p:txBody>
      </p:sp>
      <p:sp>
        <p:nvSpPr>
          <p:cNvPr id="31" name="object 31"/>
          <p:cNvSpPr txBox="1"/>
          <p:nvPr/>
        </p:nvSpPr>
        <p:spPr>
          <a:xfrm>
            <a:off x="2201620" y="2102317"/>
            <a:ext cx="14283690" cy="1594485"/>
          </a:xfrm>
          <a:prstGeom prst="rect">
            <a:avLst/>
          </a:prstGeom>
        </p:spPr>
        <p:txBody>
          <a:bodyPr vert="horz" wrap="square" lIns="0" tIns="29400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315"/>
              </a:spcBef>
              <a:tabLst>
                <a:tab pos="2122805" algn="l"/>
                <a:tab pos="2752090" algn="l"/>
              </a:tabLst>
            </a:pPr>
            <a:r>
              <a:rPr sz="4500" b="1" spc="195" dirty="0">
                <a:latin typeface="Trebuchet MS"/>
                <a:cs typeface="Trebuchet MS"/>
              </a:rPr>
              <a:t>LOGIN</a:t>
            </a:r>
            <a:r>
              <a:rPr sz="4500" b="1" dirty="0">
                <a:latin typeface="Trebuchet MS"/>
                <a:cs typeface="Trebuchet MS"/>
              </a:rPr>
              <a:t>	</a:t>
            </a:r>
            <a:r>
              <a:rPr sz="4500" b="1" spc="675" dirty="0">
                <a:latin typeface="Trebuchet MS"/>
                <a:cs typeface="Trebuchet MS"/>
              </a:rPr>
              <a:t>-</a:t>
            </a:r>
            <a:r>
              <a:rPr sz="4500" b="1" dirty="0">
                <a:latin typeface="Trebuchet MS"/>
                <a:cs typeface="Trebuchet MS"/>
              </a:rPr>
              <a:t>	</a:t>
            </a:r>
            <a:r>
              <a:rPr sz="4500" b="1" spc="285" dirty="0">
                <a:latin typeface="Trebuchet MS"/>
                <a:cs typeface="Trebuchet MS"/>
              </a:rPr>
              <a:t>FIREBASE</a:t>
            </a:r>
            <a:r>
              <a:rPr sz="4500" b="1" spc="-60" dirty="0">
                <a:latin typeface="Trebuchet MS"/>
                <a:cs typeface="Trebuchet MS"/>
              </a:rPr>
              <a:t> </a:t>
            </a:r>
            <a:r>
              <a:rPr sz="4500" b="1" spc="204" dirty="0">
                <a:latin typeface="Trebuchet MS"/>
                <a:cs typeface="Trebuchet MS"/>
              </a:rPr>
              <a:t>AUTHENTICATION</a:t>
            </a:r>
            <a:r>
              <a:rPr sz="4500" b="1" spc="-60" dirty="0">
                <a:latin typeface="Trebuchet MS"/>
                <a:cs typeface="Trebuchet MS"/>
              </a:rPr>
              <a:t> </a:t>
            </a:r>
            <a:r>
              <a:rPr sz="4500" b="1" spc="725" dirty="0">
                <a:latin typeface="Trebuchet MS"/>
                <a:cs typeface="Trebuchet MS"/>
              </a:rPr>
              <a:t>-</a:t>
            </a:r>
            <a:r>
              <a:rPr sz="4500" b="1" spc="635" dirty="0">
                <a:latin typeface="Trebuchet MS"/>
                <a:cs typeface="Trebuchet MS"/>
              </a:rPr>
              <a:t> </a:t>
            </a:r>
            <a:r>
              <a:rPr sz="6000" spc="-75" baseline="4166" dirty="0">
                <a:latin typeface="Lucida Sans"/>
                <a:cs typeface="Lucida Sans"/>
              </a:rPr>
              <a:t>(login.html)</a:t>
            </a:r>
            <a:endParaRPr sz="6000" baseline="4166">
              <a:latin typeface="Lucida Sans"/>
              <a:cs typeface="Lucida Sans"/>
            </a:endParaRPr>
          </a:p>
          <a:p>
            <a:pPr marL="6941820">
              <a:lnSpc>
                <a:spcPct val="100000"/>
              </a:lnSpc>
              <a:spcBef>
                <a:spcPts val="1375"/>
              </a:spcBef>
            </a:pPr>
            <a:r>
              <a:rPr sz="2800" spc="-45" dirty="0">
                <a:solidFill>
                  <a:srgbClr val="0F0E0D"/>
                </a:solidFill>
                <a:latin typeface="Lucida Sans"/>
                <a:cs typeface="Lucida Sans"/>
              </a:rPr>
              <a:t>Function:</a:t>
            </a:r>
            <a:r>
              <a:rPr sz="2800" spc="-160" dirty="0">
                <a:solidFill>
                  <a:srgbClr val="0F0E0D"/>
                </a:solidFill>
                <a:latin typeface="Lucida Sans"/>
                <a:cs typeface="Lucida Sans"/>
              </a:rPr>
              <a:t> </a:t>
            </a:r>
            <a:r>
              <a:rPr sz="2800" spc="-10" dirty="0">
                <a:solidFill>
                  <a:srgbClr val="0F0E0D"/>
                </a:solidFill>
                <a:latin typeface="Lucida Sans"/>
                <a:cs typeface="Lucida Sans"/>
              </a:rPr>
              <a:t>signInWithEmailAndPassword</a:t>
            </a:r>
            <a:endParaRPr sz="2800">
              <a:latin typeface="Lucida Sans"/>
              <a:cs typeface="Lucida Sans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9124888" y="4058229"/>
            <a:ext cx="0" cy="5051425"/>
          </a:xfrm>
          <a:custGeom>
            <a:avLst/>
            <a:gdLst/>
            <a:ahLst/>
            <a:cxnLst/>
            <a:rect l="l" t="t" r="r" b="b"/>
            <a:pathLst>
              <a:path h="5051425">
                <a:moveTo>
                  <a:pt x="0" y="0"/>
                </a:moveTo>
                <a:lnTo>
                  <a:pt x="0" y="5050926"/>
                </a:lnTo>
              </a:path>
            </a:pathLst>
          </a:custGeom>
          <a:ln w="38100">
            <a:solidFill>
              <a:srgbClr val="A6182E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04487" y="4528946"/>
            <a:ext cx="8286749" cy="2085959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04487" y="6910516"/>
            <a:ext cx="8267699" cy="2419349"/>
          </a:xfrm>
          <a:prstGeom prst="rect">
            <a:avLst/>
          </a:prstGeom>
        </p:spPr>
      </p:pic>
      <p:sp>
        <p:nvSpPr>
          <p:cNvPr id="5" name="object 5"/>
          <p:cNvSpPr/>
          <p:nvPr/>
        </p:nvSpPr>
        <p:spPr>
          <a:xfrm>
            <a:off x="2214320" y="2193766"/>
            <a:ext cx="864869" cy="96520"/>
          </a:xfrm>
          <a:custGeom>
            <a:avLst/>
            <a:gdLst/>
            <a:ahLst/>
            <a:cxnLst/>
            <a:rect l="l" t="t" r="r" b="b"/>
            <a:pathLst>
              <a:path w="864869" h="96519">
                <a:moveTo>
                  <a:pt x="816562" y="95908"/>
                </a:moveTo>
                <a:lnTo>
                  <a:pt x="47954" y="95908"/>
                </a:lnTo>
                <a:lnTo>
                  <a:pt x="38554" y="94978"/>
                </a:lnTo>
                <a:lnTo>
                  <a:pt x="3649" y="66306"/>
                </a:lnTo>
                <a:lnTo>
                  <a:pt x="0" y="47954"/>
                </a:lnTo>
                <a:lnTo>
                  <a:pt x="929" y="38554"/>
                </a:lnTo>
                <a:lnTo>
                  <a:pt x="29602" y="3649"/>
                </a:lnTo>
                <a:lnTo>
                  <a:pt x="47954" y="0"/>
                </a:lnTo>
                <a:lnTo>
                  <a:pt x="816562" y="0"/>
                </a:lnTo>
                <a:lnTo>
                  <a:pt x="856463" y="21348"/>
                </a:lnTo>
                <a:lnTo>
                  <a:pt x="864525" y="47954"/>
                </a:lnTo>
                <a:lnTo>
                  <a:pt x="863594" y="57353"/>
                </a:lnTo>
                <a:lnTo>
                  <a:pt x="834916" y="92258"/>
                </a:lnTo>
                <a:lnTo>
                  <a:pt x="816562" y="95908"/>
                </a:lnTo>
                <a:close/>
              </a:path>
            </a:pathLst>
          </a:custGeom>
          <a:solidFill>
            <a:srgbClr val="A6182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3201771" y="2193766"/>
            <a:ext cx="864869" cy="96520"/>
          </a:xfrm>
          <a:custGeom>
            <a:avLst/>
            <a:gdLst/>
            <a:ahLst/>
            <a:cxnLst/>
            <a:rect l="l" t="t" r="r" b="b"/>
            <a:pathLst>
              <a:path w="864870" h="96519">
                <a:moveTo>
                  <a:pt x="816559" y="95908"/>
                </a:moveTo>
                <a:lnTo>
                  <a:pt x="47945" y="95908"/>
                </a:lnTo>
                <a:lnTo>
                  <a:pt x="38551" y="94978"/>
                </a:lnTo>
                <a:lnTo>
                  <a:pt x="3653" y="66306"/>
                </a:lnTo>
                <a:lnTo>
                  <a:pt x="0" y="47954"/>
                </a:lnTo>
                <a:lnTo>
                  <a:pt x="931" y="38554"/>
                </a:lnTo>
                <a:lnTo>
                  <a:pt x="29603" y="3649"/>
                </a:lnTo>
                <a:lnTo>
                  <a:pt x="47945" y="0"/>
                </a:lnTo>
                <a:lnTo>
                  <a:pt x="816559" y="0"/>
                </a:lnTo>
                <a:lnTo>
                  <a:pt x="856472" y="21348"/>
                </a:lnTo>
                <a:lnTo>
                  <a:pt x="864534" y="47954"/>
                </a:lnTo>
                <a:lnTo>
                  <a:pt x="863603" y="57353"/>
                </a:lnTo>
                <a:lnTo>
                  <a:pt x="834927" y="92258"/>
                </a:lnTo>
                <a:lnTo>
                  <a:pt x="816559" y="95908"/>
                </a:lnTo>
                <a:close/>
              </a:path>
            </a:pathLst>
          </a:custGeom>
          <a:solidFill>
            <a:srgbClr val="A6182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2626848" y="1474629"/>
            <a:ext cx="2985135" cy="0"/>
          </a:xfrm>
          <a:custGeom>
            <a:avLst/>
            <a:gdLst/>
            <a:ahLst/>
            <a:cxnLst/>
            <a:rect l="l" t="t" r="r" b="b"/>
            <a:pathLst>
              <a:path w="2985135">
                <a:moveTo>
                  <a:pt x="0" y="0"/>
                </a:moveTo>
                <a:lnTo>
                  <a:pt x="2984611" y="0"/>
                </a:lnTo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10171205" y="5040415"/>
            <a:ext cx="681990" cy="619760"/>
          </a:xfrm>
          <a:custGeom>
            <a:avLst/>
            <a:gdLst/>
            <a:ahLst/>
            <a:cxnLst/>
            <a:rect l="l" t="t" r="r" b="b"/>
            <a:pathLst>
              <a:path w="681990" h="619760">
                <a:moveTo>
                  <a:pt x="268939" y="619141"/>
                </a:moveTo>
                <a:lnTo>
                  <a:pt x="221264" y="609050"/>
                </a:lnTo>
                <a:lnTo>
                  <a:pt x="179961" y="593310"/>
                </a:lnTo>
                <a:lnTo>
                  <a:pt x="141714" y="572106"/>
                </a:lnTo>
                <a:lnTo>
                  <a:pt x="107005" y="545920"/>
                </a:lnTo>
                <a:lnTo>
                  <a:pt x="76315" y="515233"/>
                </a:lnTo>
                <a:lnTo>
                  <a:pt x="50126" y="480526"/>
                </a:lnTo>
                <a:lnTo>
                  <a:pt x="28919" y="442281"/>
                </a:lnTo>
                <a:lnTo>
                  <a:pt x="13175" y="400978"/>
                </a:lnTo>
                <a:lnTo>
                  <a:pt x="3375" y="357099"/>
                </a:lnTo>
                <a:lnTo>
                  <a:pt x="0" y="311125"/>
                </a:lnTo>
                <a:lnTo>
                  <a:pt x="3371" y="265151"/>
                </a:lnTo>
                <a:lnTo>
                  <a:pt x="13169" y="221270"/>
                </a:lnTo>
                <a:lnTo>
                  <a:pt x="28911" y="179965"/>
                </a:lnTo>
                <a:lnTo>
                  <a:pt x="50117" y="141717"/>
                </a:lnTo>
                <a:lnTo>
                  <a:pt x="76305" y="107007"/>
                </a:lnTo>
                <a:lnTo>
                  <a:pt x="106994" y="76316"/>
                </a:lnTo>
                <a:lnTo>
                  <a:pt x="141703" y="50126"/>
                </a:lnTo>
                <a:lnTo>
                  <a:pt x="179951" y="28918"/>
                </a:lnTo>
                <a:lnTo>
                  <a:pt x="221256" y="13173"/>
                </a:lnTo>
                <a:lnTo>
                  <a:pt x="265137" y="3373"/>
                </a:lnTo>
                <a:lnTo>
                  <a:pt x="311112" y="0"/>
                </a:lnTo>
                <a:lnTo>
                  <a:pt x="370821" y="0"/>
                </a:lnTo>
                <a:lnTo>
                  <a:pt x="416797" y="3372"/>
                </a:lnTo>
                <a:lnTo>
                  <a:pt x="460679" y="13171"/>
                </a:lnTo>
                <a:lnTo>
                  <a:pt x="501985" y="28914"/>
                </a:lnTo>
                <a:lnTo>
                  <a:pt x="540234" y="50122"/>
                </a:lnTo>
                <a:lnTo>
                  <a:pt x="574943" y="76313"/>
                </a:lnTo>
                <a:lnTo>
                  <a:pt x="605632" y="107005"/>
                </a:lnTo>
                <a:lnTo>
                  <a:pt x="631819" y="141716"/>
                </a:lnTo>
                <a:lnTo>
                  <a:pt x="653023" y="179966"/>
                </a:lnTo>
                <a:lnTo>
                  <a:pt x="668763" y="221271"/>
                </a:lnTo>
                <a:lnTo>
                  <a:pt x="678558" y="265151"/>
                </a:lnTo>
                <a:lnTo>
                  <a:pt x="681929" y="311125"/>
                </a:lnTo>
                <a:lnTo>
                  <a:pt x="678555" y="357098"/>
                </a:lnTo>
                <a:lnTo>
                  <a:pt x="668757" y="400977"/>
                </a:lnTo>
                <a:lnTo>
                  <a:pt x="653015" y="442281"/>
                </a:lnTo>
                <a:lnTo>
                  <a:pt x="631810" y="480529"/>
                </a:lnTo>
                <a:lnTo>
                  <a:pt x="605621" y="515237"/>
                </a:lnTo>
                <a:lnTo>
                  <a:pt x="574931" y="545924"/>
                </a:lnTo>
                <a:lnTo>
                  <a:pt x="540221" y="572110"/>
                </a:lnTo>
                <a:lnTo>
                  <a:pt x="501974" y="593312"/>
                </a:lnTo>
                <a:lnTo>
                  <a:pt x="460671" y="609051"/>
                </a:lnTo>
                <a:lnTo>
                  <a:pt x="416793" y="618846"/>
                </a:lnTo>
                <a:lnTo>
                  <a:pt x="412997" y="619126"/>
                </a:lnTo>
              </a:path>
            </a:pathLst>
          </a:custGeom>
          <a:ln w="19050">
            <a:solidFill>
              <a:srgbClr val="A6182E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 txBox="1"/>
          <p:nvPr/>
        </p:nvSpPr>
        <p:spPr>
          <a:xfrm>
            <a:off x="10426844" y="5183354"/>
            <a:ext cx="170815" cy="330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spc="-75" dirty="0">
                <a:latin typeface="Lucida Sans"/>
                <a:cs typeface="Lucida Sans"/>
              </a:rPr>
              <a:t>1</a:t>
            </a:r>
            <a:endParaRPr sz="2000">
              <a:latin typeface="Lucida Sans"/>
              <a:cs typeface="Lucida Sans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10171207" y="7808640"/>
            <a:ext cx="681990" cy="619125"/>
          </a:xfrm>
          <a:custGeom>
            <a:avLst/>
            <a:gdLst/>
            <a:ahLst/>
            <a:cxnLst/>
            <a:rect l="l" t="t" r="r" b="b"/>
            <a:pathLst>
              <a:path w="681990" h="619125">
                <a:moveTo>
                  <a:pt x="268531" y="619124"/>
                </a:moveTo>
                <a:lnTo>
                  <a:pt x="221253" y="609074"/>
                </a:lnTo>
                <a:lnTo>
                  <a:pt x="179948" y="593329"/>
                </a:lnTo>
                <a:lnTo>
                  <a:pt x="141701" y="572121"/>
                </a:lnTo>
                <a:lnTo>
                  <a:pt x="106993" y="545931"/>
                </a:lnTo>
                <a:lnTo>
                  <a:pt x="76304" y="515240"/>
                </a:lnTo>
                <a:lnTo>
                  <a:pt x="50116" y="480530"/>
                </a:lnTo>
                <a:lnTo>
                  <a:pt x="28911" y="442283"/>
                </a:lnTo>
                <a:lnTo>
                  <a:pt x="13168" y="400979"/>
                </a:lnTo>
                <a:lnTo>
                  <a:pt x="3371" y="357099"/>
                </a:lnTo>
                <a:lnTo>
                  <a:pt x="0" y="311125"/>
                </a:lnTo>
                <a:lnTo>
                  <a:pt x="3375" y="265152"/>
                </a:lnTo>
                <a:lnTo>
                  <a:pt x="13177" y="221274"/>
                </a:lnTo>
                <a:lnTo>
                  <a:pt x="28922" y="179973"/>
                </a:lnTo>
                <a:lnTo>
                  <a:pt x="50130" y="141729"/>
                </a:lnTo>
                <a:lnTo>
                  <a:pt x="76318" y="107023"/>
                </a:lnTo>
                <a:lnTo>
                  <a:pt x="107007" y="76336"/>
                </a:lnTo>
                <a:lnTo>
                  <a:pt x="141714" y="50149"/>
                </a:lnTo>
                <a:lnTo>
                  <a:pt x="179959" y="28944"/>
                </a:lnTo>
                <a:lnTo>
                  <a:pt x="221260" y="13202"/>
                </a:lnTo>
                <a:lnTo>
                  <a:pt x="265137" y="3403"/>
                </a:lnTo>
                <a:lnTo>
                  <a:pt x="311110" y="0"/>
                </a:lnTo>
                <a:lnTo>
                  <a:pt x="370818" y="0"/>
                </a:lnTo>
                <a:lnTo>
                  <a:pt x="416789" y="3401"/>
                </a:lnTo>
                <a:lnTo>
                  <a:pt x="460667" y="13197"/>
                </a:lnTo>
                <a:lnTo>
                  <a:pt x="501970" y="28938"/>
                </a:lnTo>
                <a:lnTo>
                  <a:pt x="540217" y="50142"/>
                </a:lnTo>
                <a:lnTo>
                  <a:pt x="574926" y="76328"/>
                </a:lnTo>
                <a:lnTo>
                  <a:pt x="605615" y="107016"/>
                </a:lnTo>
                <a:lnTo>
                  <a:pt x="631804" y="141724"/>
                </a:lnTo>
                <a:lnTo>
                  <a:pt x="653010" y="179970"/>
                </a:lnTo>
                <a:lnTo>
                  <a:pt x="668754" y="221273"/>
                </a:lnTo>
                <a:lnTo>
                  <a:pt x="678554" y="265152"/>
                </a:lnTo>
                <a:lnTo>
                  <a:pt x="681929" y="311125"/>
                </a:lnTo>
                <a:lnTo>
                  <a:pt x="678558" y="357099"/>
                </a:lnTo>
                <a:lnTo>
                  <a:pt x="668761" y="400980"/>
                </a:lnTo>
                <a:lnTo>
                  <a:pt x="653020" y="442285"/>
                </a:lnTo>
                <a:lnTo>
                  <a:pt x="631816" y="480535"/>
                </a:lnTo>
                <a:lnTo>
                  <a:pt x="605628" y="515246"/>
                </a:lnTo>
                <a:lnTo>
                  <a:pt x="574939" y="545937"/>
                </a:lnTo>
                <a:lnTo>
                  <a:pt x="540229" y="572127"/>
                </a:lnTo>
                <a:lnTo>
                  <a:pt x="501980" y="593334"/>
                </a:lnTo>
                <a:lnTo>
                  <a:pt x="460674" y="609077"/>
                </a:lnTo>
                <a:lnTo>
                  <a:pt x="416793" y="618876"/>
                </a:lnTo>
                <a:lnTo>
                  <a:pt x="413400" y="619111"/>
                </a:lnTo>
              </a:path>
            </a:pathLst>
          </a:custGeom>
          <a:ln w="19050">
            <a:solidFill>
              <a:srgbClr val="A6182E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 txBox="1"/>
          <p:nvPr/>
        </p:nvSpPr>
        <p:spPr>
          <a:xfrm>
            <a:off x="10426844" y="7951578"/>
            <a:ext cx="170815" cy="330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spc="-75" dirty="0">
                <a:latin typeface="Lucida Sans"/>
                <a:cs typeface="Lucida Sans"/>
              </a:rPr>
              <a:t>2</a:t>
            </a:r>
            <a:endParaRPr sz="2000">
              <a:latin typeface="Lucida Sans"/>
              <a:cs typeface="Lucida Sans"/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2214514" y="3412997"/>
            <a:ext cx="2028825" cy="714375"/>
          </a:xfrm>
          <a:custGeom>
            <a:avLst/>
            <a:gdLst/>
            <a:ahLst/>
            <a:cxnLst/>
            <a:rect l="l" t="t" r="r" b="b"/>
            <a:pathLst>
              <a:path w="2028825" h="714375">
                <a:moveTo>
                  <a:pt x="2028629" y="361855"/>
                </a:moveTo>
                <a:lnTo>
                  <a:pt x="2025608" y="406754"/>
                </a:lnTo>
                <a:lnTo>
                  <a:pt x="2016083" y="453366"/>
                </a:lnTo>
                <a:lnTo>
                  <a:pt x="2000731" y="497564"/>
                </a:lnTo>
                <a:lnTo>
                  <a:pt x="1979977" y="538921"/>
                </a:lnTo>
                <a:lnTo>
                  <a:pt x="1954250" y="577010"/>
                </a:lnTo>
                <a:lnTo>
                  <a:pt x="1923975" y="611406"/>
                </a:lnTo>
                <a:lnTo>
                  <a:pt x="1889580" y="641681"/>
                </a:lnTo>
                <a:lnTo>
                  <a:pt x="1851490" y="667408"/>
                </a:lnTo>
                <a:lnTo>
                  <a:pt x="1810134" y="688161"/>
                </a:lnTo>
                <a:lnTo>
                  <a:pt x="1765937" y="703514"/>
                </a:lnTo>
                <a:lnTo>
                  <a:pt x="1719327" y="713039"/>
                </a:lnTo>
                <a:lnTo>
                  <a:pt x="1699481" y="714375"/>
                </a:lnTo>
              </a:path>
              <a:path w="2028825" h="714375">
                <a:moveTo>
                  <a:pt x="329387" y="714374"/>
                </a:moveTo>
                <a:lnTo>
                  <a:pt x="262945" y="703516"/>
                </a:lnTo>
                <a:lnTo>
                  <a:pt x="218747" y="688164"/>
                </a:lnTo>
                <a:lnTo>
                  <a:pt x="177389" y="667411"/>
                </a:lnTo>
                <a:lnTo>
                  <a:pt x="139299" y="641683"/>
                </a:lnTo>
                <a:lnTo>
                  <a:pt x="104904" y="611407"/>
                </a:lnTo>
                <a:lnTo>
                  <a:pt x="74629" y="577011"/>
                </a:lnTo>
                <a:lnTo>
                  <a:pt x="48902" y="538921"/>
                </a:lnTo>
                <a:lnTo>
                  <a:pt x="28149" y="497564"/>
                </a:lnTo>
                <a:lnTo>
                  <a:pt x="12796" y="453366"/>
                </a:lnTo>
                <a:lnTo>
                  <a:pt x="3271" y="406754"/>
                </a:lnTo>
                <a:lnTo>
                  <a:pt x="0" y="358155"/>
                </a:lnTo>
                <a:lnTo>
                  <a:pt x="3268" y="309555"/>
                </a:lnTo>
                <a:lnTo>
                  <a:pt x="12792" y="262942"/>
                </a:lnTo>
                <a:lnTo>
                  <a:pt x="28145" y="218743"/>
                </a:lnTo>
                <a:lnTo>
                  <a:pt x="48898" y="177386"/>
                </a:lnTo>
                <a:lnTo>
                  <a:pt x="74627" y="139296"/>
                </a:lnTo>
                <a:lnTo>
                  <a:pt x="104902" y="104900"/>
                </a:lnTo>
                <a:lnTo>
                  <a:pt x="139299" y="74625"/>
                </a:lnTo>
                <a:lnTo>
                  <a:pt x="177389" y="48898"/>
                </a:lnTo>
                <a:lnTo>
                  <a:pt x="218747" y="28145"/>
                </a:lnTo>
                <a:lnTo>
                  <a:pt x="262945" y="12793"/>
                </a:lnTo>
                <a:lnTo>
                  <a:pt x="309557" y="3269"/>
                </a:lnTo>
                <a:lnTo>
                  <a:pt x="358157" y="0"/>
                </a:lnTo>
                <a:lnTo>
                  <a:pt x="1670729" y="0"/>
                </a:lnTo>
                <a:lnTo>
                  <a:pt x="1719326" y="3272"/>
                </a:lnTo>
                <a:lnTo>
                  <a:pt x="1765936" y="12797"/>
                </a:lnTo>
                <a:lnTo>
                  <a:pt x="1810133" y="28148"/>
                </a:lnTo>
                <a:lnTo>
                  <a:pt x="1851490" y="48901"/>
                </a:lnTo>
                <a:lnTo>
                  <a:pt x="1889580" y="74627"/>
                </a:lnTo>
                <a:lnTo>
                  <a:pt x="1923977" y="104901"/>
                </a:lnTo>
                <a:lnTo>
                  <a:pt x="1954253" y="139296"/>
                </a:lnTo>
                <a:lnTo>
                  <a:pt x="1979981" y="177386"/>
                </a:lnTo>
                <a:lnTo>
                  <a:pt x="2000735" y="218744"/>
                </a:lnTo>
                <a:lnTo>
                  <a:pt x="2016088" y="262942"/>
                </a:lnTo>
                <a:lnTo>
                  <a:pt x="2025612" y="309555"/>
                </a:lnTo>
                <a:lnTo>
                  <a:pt x="2028628" y="354425"/>
                </a:lnTo>
              </a:path>
            </a:pathLst>
          </a:custGeom>
          <a:ln w="1905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774984" y="6063020"/>
            <a:ext cx="3644265" cy="277495"/>
          </a:xfrm>
          <a:custGeom>
            <a:avLst/>
            <a:gdLst/>
            <a:ahLst/>
            <a:cxnLst/>
            <a:rect l="l" t="t" r="r" b="b"/>
            <a:pathLst>
              <a:path w="3644265" h="277495">
                <a:moveTo>
                  <a:pt x="3643813" y="277458"/>
                </a:moveTo>
                <a:lnTo>
                  <a:pt x="0" y="277458"/>
                </a:lnTo>
                <a:lnTo>
                  <a:pt x="0" y="0"/>
                </a:lnTo>
                <a:lnTo>
                  <a:pt x="3643813" y="0"/>
                </a:lnTo>
                <a:lnTo>
                  <a:pt x="3643813" y="277458"/>
                </a:lnTo>
                <a:close/>
              </a:path>
            </a:pathLst>
          </a:custGeom>
          <a:solidFill>
            <a:srgbClr val="FFDE58">
              <a:alpha val="35998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 txBox="1"/>
          <p:nvPr/>
        </p:nvSpPr>
        <p:spPr>
          <a:xfrm>
            <a:off x="11095618" y="4661773"/>
            <a:ext cx="6880225" cy="1797050"/>
          </a:xfrm>
          <a:prstGeom prst="rect">
            <a:avLst/>
          </a:prstGeom>
        </p:spPr>
        <p:txBody>
          <a:bodyPr vert="horz" wrap="square" lIns="0" tIns="43180" rIns="0" bIns="0" rtlCol="0">
            <a:spAutoFit/>
          </a:bodyPr>
          <a:lstStyle/>
          <a:p>
            <a:pPr marL="12700" marR="5080" algn="ctr">
              <a:lnSpc>
                <a:spcPts val="3450"/>
              </a:lnSpc>
              <a:spcBef>
                <a:spcPts val="340"/>
              </a:spcBef>
            </a:pPr>
            <a:r>
              <a:rPr sz="3000" spc="125" dirty="0">
                <a:latin typeface="Tahoma"/>
                <a:cs typeface="Tahoma"/>
              </a:rPr>
              <a:t>Queries</a:t>
            </a:r>
            <a:r>
              <a:rPr sz="3000" spc="-135" dirty="0">
                <a:latin typeface="Tahoma"/>
                <a:cs typeface="Tahoma"/>
              </a:rPr>
              <a:t> </a:t>
            </a:r>
            <a:r>
              <a:rPr sz="3000" spc="85" dirty="0">
                <a:latin typeface="Tahoma"/>
                <a:cs typeface="Tahoma"/>
              </a:rPr>
              <a:t>Firestore's</a:t>
            </a:r>
            <a:r>
              <a:rPr sz="3000" spc="-135" dirty="0">
                <a:latin typeface="Tahoma"/>
                <a:cs typeface="Tahoma"/>
              </a:rPr>
              <a:t> </a:t>
            </a:r>
            <a:r>
              <a:rPr sz="3000" spc="-170" dirty="0">
                <a:solidFill>
                  <a:srgbClr val="A6182E"/>
                </a:solidFill>
                <a:latin typeface="Arial Black"/>
                <a:cs typeface="Arial Black"/>
              </a:rPr>
              <a:t>listings</a:t>
            </a:r>
            <a:r>
              <a:rPr sz="3000" spc="-200" dirty="0">
                <a:solidFill>
                  <a:srgbClr val="A6182E"/>
                </a:solidFill>
                <a:latin typeface="Arial Black"/>
                <a:cs typeface="Arial Black"/>
              </a:rPr>
              <a:t> </a:t>
            </a:r>
            <a:r>
              <a:rPr sz="3000" spc="85" dirty="0">
                <a:latin typeface="Tahoma"/>
                <a:cs typeface="Tahoma"/>
              </a:rPr>
              <a:t>collection </a:t>
            </a:r>
            <a:r>
              <a:rPr sz="3000" spc="130" dirty="0">
                <a:latin typeface="Tahoma"/>
                <a:cs typeface="Tahoma"/>
              </a:rPr>
              <a:t>and</a:t>
            </a:r>
            <a:r>
              <a:rPr sz="3000" spc="-150" dirty="0">
                <a:latin typeface="Tahoma"/>
                <a:cs typeface="Tahoma"/>
              </a:rPr>
              <a:t> </a:t>
            </a:r>
            <a:r>
              <a:rPr sz="3000" spc="100" dirty="0">
                <a:latin typeface="Tahoma"/>
                <a:cs typeface="Tahoma"/>
              </a:rPr>
              <a:t>uses</a:t>
            </a:r>
            <a:r>
              <a:rPr sz="3000" spc="-145" dirty="0">
                <a:latin typeface="Tahoma"/>
                <a:cs typeface="Tahoma"/>
              </a:rPr>
              <a:t> </a:t>
            </a:r>
            <a:r>
              <a:rPr sz="3000" spc="-165" dirty="0">
                <a:solidFill>
                  <a:srgbClr val="A6182E"/>
                </a:solidFill>
                <a:latin typeface="Arial Black"/>
                <a:cs typeface="Arial Black"/>
              </a:rPr>
              <a:t>where</a:t>
            </a:r>
            <a:r>
              <a:rPr sz="3000" spc="-215" dirty="0">
                <a:solidFill>
                  <a:srgbClr val="A6182E"/>
                </a:solidFill>
                <a:latin typeface="Arial Black"/>
                <a:cs typeface="Arial Black"/>
              </a:rPr>
              <a:t> </a:t>
            </a:r>
            <a:r>
              <a:rPr sz="3000" spc="114" dirty="0">
                <a:latin typeface="Tahoma"/>
                <a:cs typeface="Tahoma"/>
              </a:rPr>
              <a:t>to</a:t>
            </a:r>
            <a:r>
              <a:rPr sz="3000" spc="-145" dirty="0">
                <a:latin typeface="Tahoma"/>
                <a:cs typeface="Tahoma"/>
              </a:rPr>
              <a:t> </a:t>
            </a:r>
            <a:r>
              <a:rPr sz="3000" spc="75" dirty="0">
                <a:latin typeface="Tahoma"/>
                <a:cs typeface="Tahoma"/>
              </a:rPr>
              <a:t>filter</a:t>
            </a:r>
            <a:r>
              <a:rPr sz="3000" spc="-150" dirty="0">
                <a:latin typeface="Tahoma"/>
                <a:cs typeface="Tahoma"/>
              </a:rPr>
              <a:t> </a:t>
            </a:r>
            <a:r>
              <a:rPr sz="3000" spc="125" dirty="0">
                <a:latin typeface="Tahoma"/>
                <a:cs typeface="Tahoma"/>
              </a:rPr>
              <a:t>out</a:t>
            </a:r>
            <a:r>
              <a:rPr sz="3000" spc="-145" dirty="0">
                <a:latin typeface="Tahoma"/>
                <a:cs typeface="Tahoma"/>
              </a:rPr>
              <a:t> </a:t>
            </a:r>
            <a:r>
              <a:rPr sz="3000" spc="75" dirty="0">
                <a:latin typeface="Tahoma"/>
                <a:cs typeface="Tahoma"/>
              </a:rPr>
              <a:t>any</a:t>
            </a:r>
            <a:r>
              <a:rPr sz="3000" spc="-150" dirty="0">
                <a:latin typeface="Tahoma"/>
                <a:cs typeface="Tahoma"/>
              </a:rPr>
              <a:t> </a:t>
            </a:r>
            <a:r>
              <a:rPr sz="3000" spc="55" dirty="0">
                <a:latin typeface="Tahoma"/>
                <a:cs typeface="Tahoma"/>
              </a:rPr>
              <a:t>listing </a:t>
            </a:r>
            <a:r>
              <a:rPr sz="3000" spc="85" dirty="0">
                <a:latin typeface="Tahoma"/>
                <a:cs typeface="Tahoma"/>
              </a:rPr>
              <a:t>belonging</a:t>
            </a:r>
            <a:r>
              <a:rPr sz="3000" spc="-140" dirty="0">
                <a:latin typeface="Tahoma"/>
                <a:cs typeface="Tahoma"/>
              </a:rPr>
              <a:t> </a:t>
            </a:r>
            <a:r>
              <a:rPr sz="3000" spc="114" dirty="0">
                <a:latin typeface="Tahoma"/>
                <a:cs typeface="Tahoma"/>
              </a:rPr>
              <a:t>to</a:t>
            </a:r>
            <a:r>
              <a:rPr sz="3000" spc="-140" dirty="0">
                <a:latin typeface="Tahoma"/>
                <a:cs typeface="Tahoma"/>
              </a:rPr>
              <a:t> </a:t>
            </a:r>
            <a:r>
              <a:rPr sz="3000" spc="110" dirty="0">
                <a:latin typeface="Tahoma"/>
                <a:cs typeface="Tahoma"/>
              </a:rPr>
              <a:t>the</a:t>
            </a:r>
            <a:r>
              <a:rPr sz="3000" spc="-135" dirty="0">
                <a:latin typeface="Tahoma"/>
                <a:cs typeface="Tahoma"/>
              </a:rPr>
              <a:t> </a:t>
            </a:r>
            <a:r>
              <a:rPr sz="3000" spc="100" dirty="0">
                <a:latin typeface="Tahoma"/>
                <a:cs typeface="Tahoma"/>
              </a:rPr>
              <a:t>currently</a:t>
            </a:r>
            <a:r>
              <a:rPr sz="3000" spc="-140" dirty="0">
                <a:latin typeface="Tahoma"/>
                <a:cs typeface="Tahoma"/>
              </a:rPr>
              <a:t> </a:t>
            </a:r>
            <a:r>
              <a:rPr sz="3000" spc="65" dirty="0">
                <a:latin typeface="Tahoma"/>
                <a:cs typeface="Tahoma"/>
              </a:rPr>
              <a:t>signed-</a:t>
            </a:r>
            <a:r>
              <a:rPr sz="3000" spc="30" dirty="0">
                <a:latin typeface="Tahoma"/>
                <a:cs typeface="Tahoma"/>
              </a:rPr>
              <a:t>in </a:t>
            </a:r>
            <a:r>
              <a:rPr sz="3000" spc="55" dirty="0">
                <a:latin typeface="Tahoma"/>
                <a:cs typeface="Tahoma"/>
              </a:rPr>
              <a:t>user.</a:t>
            </a:r>
            <a:endParaRPr sz="3000">
              <a:latin typeface="Tahoma"/>
              <a:cs typeface="Tahoma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2708587" y="1006536"/>
            <a:ext cx="2816225" cy="330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1642110" algn="l"/>
              </a:tabLst>
            </a:pPr>
            <a:r>
              <a:rPr sz="2000" spc="-10" dirty="0">
                <a:latin typeface="Lucida Sans"/>
                <a:cs typeface="Lucida Sans"/>
              </a:rPr>
              <a:t>Marketplace</a:t>
            </a:r>
            <a:r>
              <a:rPr sz="2000" dirty="0">
                <a:latin typeface="Lucida Sans"/>
                <a:cs typeface="Lucida Sans"/>
              </a:rPr>
              <a:t>	</a:t>
            </a:r>
            <a:r>
              <a:rPr sz="2000" spc="55" dirty="0">
                <a:latin typeface="Lucida Sans"/>
                <a:cs typeface="Lucida Sans"/>
              </a:rPr>
              <a:t>&amp;</a:t>
            </a:r>
            <a:r>
              <a:rPr sz="2000" spc="-114" dirty="0">
                <a:latin typeface="Lucida Sans"/>
                <a:cs typeface="Lucida Sans"/>
              </a:rPr>
              <a:t> </a:t>
            </a:r>
            <a:r>
              <a:rPr sz="2000" spc="-45" dirty="0">
                <a:latin typeface="Lucida Sans"/>
                <a:cs typeface="Lucida Sans"/>
              </a:rPr>
              <a:t>Listings</a:t>
            </a:r>
            <a:endParaRPr sz="2000">
              <a:latin typeface="Lucida Sans"/>
              <a:cs typeface="Lucida Sans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1478466" y="1006536"/>
            <a:ext cx="680085" cy="330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spc="-35" dirty="0">
                <a:solidFill>
                  <a:srgbClr val="0F0E0D"/>
                </a:solidFill>
                <a:latin typeface="Lucida Sans"/>
                <a:cs typeface="Lucida Sans"/>
              </a:rPr>
              <a:t>Login</a:t>
            </a:r>
            <a:endParaRPr sz="2000">
              <a:latin typeface="Lucida Sans"/>
              <a:cs typeface="Lucida Sans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7752523" y="1006536"/>
            <a:ext cx="748665" cy="330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spc="-30" dirty="0">
                <a:latin typeface="Lucida Sans"/>
                <a:cs typeface="Lucida Sans"/>
              </a:rPr>
              <a:t>Figma</a:t>
            </a:r>
            <a:endParaRPr sz="2000">
              <a:latin typeface="Lucida Sans"/>
              <a:cs typeface="Lucida Sans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5798300" y="1006536"/>
            <a:ext cx="1461135" cy="330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dirty="0">
                <a:latin typeface="Lucida Sans"/>
                <a:cs typeface="Lucida Sans"/>
              </a:rPr>
              <a:t>My</a:t>
            </a:r>
            <a:r>
              <a:rPr sz="2000" spc="-55" dirty="0">
                <a:latin typeface="Lucida Sans"/>
                <a:cs typeface="Lucida Sans"/>
              </a:rPr>
              <a:t> </a:t>
            </a:r>
            <a:r>
              <a:rPr sz="2000" spc="-10" dirty="0">
                <a:latin typeface="Lucida Sans"/>
                <a:cs typeface="Lucida Sans"/>
              </a:rPr>
              <a:t>Shortlist</a:t>
            </a:r>
            <a:endParaRPr sz="2000">
              <a:latin typeface="Lucida Sans"/>
              <a:cs typeface="Lucida Sans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11123003" y="7211760"/>
            <a:ext cx="6691630" cy="1797050"/>
          </a:xfrm>
          <a:prstGeom prst="rect">
            <a:avLst/>
          </a:prstGeom>
        </p:spPr>
        <p:txBody>
          <a:bodyPr vert="horz" wrap="square" lIns="0" tIns="43180" rIns="0" bIns="0" rtlCol="0">
            <a:spAutoFit/>
          </a:bodyPr>
          <a:lstStyle/>
          <a:p>
            <a:pPr marL="12700" marR="5080" indent="-635" algn="ctr">
              <a:lnSpc>
                <a:spcPts val="3450"/>
              </a:lnSpc>
              <a:spcBef>
                <a:spcPts val="340"/>
              </a:spcBef>
            </a:pPr>
            <a:r>
              <a:rPr sz="3000" spc="100" dirty="0">
                <a:latin typeface="Tahoma"/>
                <a:cs typeface="Tahoma"/>
              </a:rPr>
              <a:t>Gets</a:t>
            </a:r>
            <a:r>
              <a:rPr sz="3000" spc="-145" dirty="0">
                <a:latin typeface="Tahoma"/>
                <a:cs typeface="Tahoma"/>
              </a:rPr>
              <a:t> </a:t>
            </a:r>
            <a:r>
              <a:rPr sz="3000" spc="110" dirty="0">
                <a:latin typeface="Tahoma"/>
                <a:cs typeface="Tahoma"/>
              </a:rPr>
              <a:t>the</a:t>
            </a:r>
            <a:r>
              <a:rPr sz="3000" spc="-145" dirty="0">
                <a:latin typeface="Tahoma"/>
                <a:cs typeface="Tahoma"/>
              </a:rPr>
              <a:t> </a:t>
            </a:r>
            <a:r>
              <a:rPr sz="3000" spc="95" dirty="0">
                <a:latin typeface="Tahoma"/>
                <a:cs typeface="Tahoma"/>
              </a:rPr>
              <a:t>results</a:t>
            </a:r>
            <a:r>
              <a:rPr sz="3000" spc="-145" dirty="0">
                <a:latin typeface="Tahoma"/>
                <a:cs typeface="Tahoma"/>
              </a:rPr>
              <a:t> </a:t>
            </a:r>
            <a:r>
              <a:rPr sz="3000" spc="90" dirty="0">
                <a:latin typeface="Tahoma"/>
                <a:cs typeface="Tahoma"/>
              </a:rPr>
              <a:t>back</a:t>
            </a:r>
            <a:r>
              <a:rPr sz="3000" spc="-145" dirty="0">
                <a:latin typeface="Tahoma"/>
                <a:cs typeface="Tahoma"/>
              </a:rPr>
              <a:t> </a:t>
            </a:r>
            <a:r>
              <a:rPr sz="3000" spc="150" dirty="0">
                <a:latin typeface="Tahoma"/>
                <a:cs typeface="Tahoma"/>
              </a:rPr>
              <a:t>from</a:t>
            </a:r>
            <a:r>
              <a:rPr sz="3000" spc="-145" dirty="0">
                <a:latin typeface="Tahoma"/>
                <a:cs typeface="Tahoma"/>
              </a:rPr>
              <a:t> </a:t>
            </a:r>
            <a:r>
              <a:rPr sz="3000" spc="60" dirty="0">
                <a:latin typeface="Tahoma"/>
                <a:cs typeface="Tahoma"/>
              </a:rPr>
              <a:t>Firestore, </a:t>
            </a:r>
            <a:r>
              <a:rPr sz="3000" spc="110" dirty="0">
                <a:latin typeface="Tahoma"/>
                <a:cs typeface="Tahoma"/>
              </a:rPr>
              <a:t>shows</a:t>
            </a:r>
            <a:r>
              <a:rPr sz="3000" spc="-150" dirty="0">
                <a:latin typeface="Tahoma"/>
                <a:cs typeface="Tahoma"/>
              </a:rPr>
              <a:t> </a:t>
            </a:r>
            <a:r>
              <a:rPr sz="3000" spc="75" dirty="0">
                <a:latin typeface="Tahoma"/>
                <a:cs typeface="Tahoma"/>
              </a:rPr>
              <a:t>a</a:t>
            </a:r>
            <a:r>
              <a:rPr sz="3000" spc="-150" dirty="0">
                <a:latin typeface="Tahoma"/>
                <a:cs typeface="Tahoma"/>
              </a:rPr>
              <a:t> </a:t>
            </a:r>
            <a:r>
              <a:rPr sz="3000" spc="95" dirty="0">
                <a:latin typeface="Tahoma"/>
                <a:cs typeface="Tahoma"/>
              </a:rPr>
              <a:t>message</a:t>
            </a:r>
            <a:r>
              <a:rPr sz="3000" spc="-145" dirty="0">
                <a:latin typeface="Tahoma"/>
                <a:cs typeface="Tahoma"/>
              </a:rPr>
              <a:t> </a:t>
            </a:r>
            <a:r>
              <a:rPr sz="3000" spc="55" dirty="0">
                <a:latin typeface="Tahoma"/>
                <a:cs typeface="Tahoma"/>
              </a:rPr>
              <a:t>if</a:t>
            </a:r>
            <a:r>
              <a:rPr sz="3000" spc="-150" dirty="0">
                <a:latin typeface="Tahoma"/>
                <a:cs typeface="Tahoma"/>
              </a:rPr>
              <a:t> </a:t>
            </a:r>
            <a:r>
              <a:rPr sz="3000" spc="100" dirty="0">
                <a:latin typeface="Tahoma"/>
                <a:cs typeface="Tahoma"/>
              </a:rPr>
              <a:t>there's</a:t>
            </a:r>
            <a:r>
              <a:rPr sz="3000" spc="-145" dirty="0">
                <a:latin typeface="Tahoma"/>
                <a:cs typeface="Tahoma"/>
              </a:rPr>
              <a:t> </a:t>
            </a:r>
            <a:r>
              <a:rPr sz="3000" spc="100" dirty="0">
                <a:latin typeface="Tahoma"/>
                <a:cs typeface="Tahoma"/>
              </a:rPr>
              <a:t>nothing</a:t>
            </a:r>
            <a:r>
              <a:rPr sz="3000" spc="-150" dirty="0">
                <a:latin typeface="Tahoma"/>
                <a:cs typeface="Tahoma"/>
              </a:rPr>
              <a:t> </a:t>
            </a:r>
            <a:r>
              <a:rPr sz="3000" spc="90" dirty="0">
                <a:latin typeface="Tahoma"/>
                <a:cs typeface="Tahoma"/>
              </a:rPr>
              <a:t>to </a:t>
            </a:r>
            <a:r>
              <a:rPr sz="3000" spc="60" dirty="0">
                <a:latin typeface="Tahoma"/>
                <a:cs typeface="Tahoma"/>
              </a:rPr>
              <a:t>display,</a:t>
            </a:r>
            <a:r>
              <a:rPr sz="3000" spc="-150" dirty="0">
                <a:latin typeface="Tahoma"/>
                <a:cs typeface="Tahoma"/>
              </a:rPr>
              <a:t> </a:t>
            </a:r>
            <a:r>
              <a:rPr sz="3000" spc="114" dirty="0">
                <a:latin typeface="Tahoma"/>
                <a:cs typeface="Tahoma"/>
              </a:rPr>
              <a:t>then</a:t>
            </a:r>
            <a:r>
              <a:rPr sz="3000" spc="-150" dirty="0">
                <a:latin typeface="Tahoma"/>
                <a:cs typeface="Tahoma"/>
              </a:rPr>
              <a:t> </a:t>
            </a:r>
            <a:r>
              <a:rPr sz="3000" spc="114" dirty="0">
                <a:latin typeface="Tahoma"/>
                <a:cs typeface="Tahoma"/>
              </a:rPr>
              <a:t>builds</a:t>
            </a:r>
            <a:r>
              <a:rPr sz="3000" spc="-150" dirty="0">
                <a:latin typeface="Tahoma"/>
                <a:cs typeface="Tahoma"/>
              </a:rPr>
              <a:t> </a:t>
            </a:r>
            <a:r>
              <a:rPr sz="3000" spc="75" dirty="0">
                <a:latin typeface="Tahoma"/>
                <a:cs typeface="Tahoma"/>
              </a:rPr>
              <a:t>a</a:t>
            </a:r>
            <a:r>
              <a:rPr sz="3000" spc="-150" dirty="0">
                <a:latin typeface="Tahoma"/>
                <a:cs typeface="Tahoma"/>
              </a:rPr>
              <a:t> </a:t>
            </a:r>
            <a:r>
              <a:rPr sz="3000" spc="110" dirty="0">
                <a:latin typeface="Tahoma"/>
                <a:cs typeface="Tahoma"/>
              </a:rPr>
              <a:t>card</a:t>
            </a:r>
            <a:r>
              <a:rPr sz="3000" spc="-150" dirty="0">
                <a:latin typeface="Tahoma"/>
                <a:cs typeface="Tahoma"/>
              </a:rPr>
              <a:t> </a:t>
            </a:r>
            <a:r>
              <a:rPr sz="3000" spc="120" dirty="0">
                <a:latin typeface="Tahoma"/>
                <a:cs typeface="Tahoma"/>
              </a:rPr>
              <a:t>for</a:t>
            </a:r>
            <a:r>
              <a:rPr sz="3000" spc="-150" dirty="0">
                <a:latin typeface="Tahoma"/>
                <a:cs typeface="Tahoma"/>
              </a:rPr>
              <a:t> </a:t>
            </a:r>
            <a:r>
              <a:rPr sz="3000" spc="70" dirty="0">
                <a:latin typeface="Tahoma"/>
                <a:cs typeface="Tahoma"/>
              </a:rPr>
              <a:t>each </a:t>
            </a:r>
            <a:r>
              <a:rPr sz="3000" spc="55" dirty="0">
                <a:latin typeface="Tahoma"/>
                <a:cs typeface="Tahoma"/>
              </a:rPr>
              <a:t>item.</a:t>
            </a:r>
            <a:endParaRPr sz="3000">
              <a:latin typeface="Tahoma"/>
              <a:cs typeface="Tahoma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2201620" y="2369877"/>
            <a:ext cx="14522450" cy="158940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5300" b="1" spc="350" dirty="0">
                <a:latin typeface="Trebuchet MS"/>
                <a:cs typeface="Trebuchet MS"/>
              </a:rPr>
              <a:t>MARKETPLACE</a:t>
            </a:r>
            <a:r>
              <a:rPr sz="5300" b="1" spc="-25" dirty="0">
                <a:latin typeface="Trebuchet MS"/>
                <a:cs typeface="Trebuchet MS"/>
              </a:rPr>
              <a:t> </a:t>
            </a:r>
            <a:r>
              <a:rPr sz="5300" b="1" spc="-340" dirty="0">
                <a:latin typeface="Trebuchet MS"/>
                <a:cs typeface="Trebuchet MS"/>
              </a:rPr>
              <a:t>&amp;</a:t>
            </a:r>
            <a:r>
              <a:rPr sz="5300" b="1" spc="-25" dirty="0">
                <a:latin typeface="Trebuchet MS"/>
                <a:cs typeface="Trebuchet MS"/>
              </a:rPr>
              <a:t> </a:t>
            </a:r>
            <a:r>
              <a:rPr sz="5300" b="1" spc="360" dirty="0">
                <a:latin typeface="Trebuchet MS"/>
                <a:cs typeface="Trebuchet MS"/>
              </a:rPr>
              <a:t>LISTINGS</a:t>
            </a:r>
            <a:r>
              <a:rPr sz="5300" b="1" spc="-40" dirty="0">
                <a:latin typeface="Trebuchet MS"/>
                <a:cs typeface="Trebuchet MS"/>
              </a:rPr>
              <a:t> </a:t>
            </a:r>
            <a:r>
              <a:rPr sz="5300" spc="-10" dirty="0">
                <a:latin typeface="Lucida Sans"/>
                <a:cs typeface="Lucida Sans"/>
              </a:rPr>
              <a:t>(marketplace.js)</a:t>
            </a:r>
            <a:endParaRPr sz="5300">
              <a:latin typeface="Lucida Sans"/>
              <a:cs typeface="Lucida Sans"/>
            </a:endParaRPr>
          </a:p>
          <a:p>
            <a:pPr marL="184785">
              <a:lnSpc>
                <a:spcPct val="100000"/>
              </a:lnSpc>
              <a:spcBef>
                <a:spcPts val="2950"/>
              </a:spcBef>
              <a:tabLst>
                <a:tab pos="2473325" algn="l"/>
              </a:tabLst>
            </a:pPr>
            <a:r>
              <a:rPr sz="2500" spc="-40" dirty="0">
                <a:solidFill>
                  <a:srgbClr val="0F0E0D"/>
                </a:solidFill>
                <a:latin typeface="Lucida Sans"/>
                <a:cs typeface="Lucida Sans"/>
              </a:rPr>
              <a:t>Function:</a:t>
            </a:r>
            <a:r>
              <a:rPr sz="2500" spc="-125" dirty="0">
                <a:solidFill>
                  <a:srgbClr val="0F0E0D"/>
                </a:solidFill>
                <a:latin typeface="Lucida Sans"/>
                <a:cs typeface="Lucida Sans"/>
              </a:rPr>
              <a:t> </a:t>
            </a:r>
            <a:r>
              <a:rPr sz="2500" spc="-50" dirty="0">
                <a:solidFill>
                  <a:srgbClr val="0F0E0D"/>
                </a:solidFill>
                <a:latin typeface="Lucida Sans"/>
                <a:cs typeface="Lucida Sans"/>
              </a:rPr>
              <a:t>1</a:t>
            </a:r>
            <a:r>
              <a:rPr sz="2500" dirty="0">
                <a:solidFill>
                  <a:srgbClr val="0F0E0D"/>
                </a:solidFill>
                <a:latin typeface="Lucida Sans"/>
                <a:cs typeface="Lucida Sans"/>
              </a:rPr>
              <a:t>	</a:t>
            </a:r>
            <a:r>
              <a:rPr sz="2500" spc="-10" dirty="0">
                <a:solidFill>
                  <a:srgbClr val="0F0E0D"/>
                </a:solidFill>
                <a:latin typeface="Lucida Sans"/>
                <a:cs typeface="Lucida Sans"/>
              </a:rPr>
              <a:t>loadMarketplaceItems</a:t>
            </a:r>
            <a:endParaRPr sz="2500">
              <a:latin typeface="Lucida Sans"/>
              <a:cs typeface="Lucida Sans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9124888" y="4058229"/>
            <a:ext cx="0" cy="5051425"/>
          </a:xfrm>
          <a:custGeom>
            <a:avLst/>
            <a:gdLst/>
            <a:ahLst/>
            <a:cxnLst/>
            <a:rect l="l" t="t" r="r" b="b"/>
            <a:pathLst>
              <a:path h="5051425">
                <a:moveTo>
                  <a:pt x="0" y="0"/>
                </a:moveTo>
                <a:lnTo>
                  <a:pt x="0" y="5050926"/>
                </a:lnTo>
              </a:path>
            </a:pathLst>
          </a:custGeom>
          <a:ln w="38100">
            <a:solidFill>
              <a:srgbClr val="A6182E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2214514" y="3412997"/>
            <a:ext cx="2028825" cy="714375"/>
          </a:xfrm>
          <a:custGeom>
            <a:avLst/>
            <a:gdLst/>
            <a:ahLst/>
            <a:cxnLst/>
            <a:rect l="l" t="t" r="r" b="b"/>
            <a:pathLst>
              <a:path w="2028825" h="714375">
                <a:moveTo>
                  <a:pt x="2028629" y="361855"/>
                </a:moveTo>
                <a:lnTo>
                  <a:pt x="2025608" y="406754"/>
                </a:lnTo>
                <a:lnTo>
                  <a:pt x="2016083" y="453366"/>
                </a:lnTo>
                <a:lnTo>
                  <a:pt x="2000731" y="497564"/>
                </a:lnTo>
                <a:lnTo>
                  <a:pt x="1979977" y="538921"/>
                </a:lnTo>
                <a:lnTo>
                  <a:pt x="1954250" y="577010"/>
                </a:lnTo>
                <a:lnTo>
                  <a:pt x="1923975" y="611406"/>
                </a:lnTo>
                <a:lnTo>
                  <a:pt x="1889580" y="641681"/>
                </a:lnTo>
                <a:lnTo>
                  <a:pt x="1851490" y="667408"/>
                </a:lnTo>
                <a:lnTo>
                  <a:pt x="1810134" y="688161"/>
                </a:lnTo>
                <a:lnTo>
                  <a:pt x="1765937" y="703514"/>
                </a:lnTo>
                <a:lnTo>
                  <a:pt x="1719327" y="713039"/>
                </a:lnTo>
                <a:lnTo>
                  <a:pt x="1699481" y="714375"/>
                </a:lnTo>
              </a:path>
              <a:path w="2028825" h="714375">
                <a:moveTo>
                  <a:pt x="329387" y="714374"/>
                </a:moveTo>
                <a:lnTo>
                  <a:pt x="262945" y="703516"/>
                </a:lnTo>
                <a:lnTo>
                  <a:pt x="218747" y="688164"/>
                </a:lnTo>
                <a:lnTo>
                  <a:pt x="177389" y="667411"/>
                </a:lnTo>
                <a:lnTo>
                  <a:pt x="139299" y="641683"/>
                </a:lnTo>
                <a:lnTo>
                  <a:pt x="104904" y="611407"/>
                </a:lnTo>
                <a:lnTo>
                  <a:pt x="74629" y="577011"/>
                </a:lnTo>
                <a:lnTo>
                  <a:pt x="48902" y="538921"/>
                </a:lnTo>
                <a:lnTo>
                  <a:pt x="28149" y="497564"/>
                </a:lnTo>
                <a:lnTo>
                  <a:pt x="12796" y="453366"/>
                </a:lnTo>
                <a:lnTo>
                  <a:pt x="3271" y="406754"/>
                </a:lnTo>
                <a:lnTo>
                  <a:pt x="0" y="358155"/>
                </a:lnTo>
                <a:lnTo>
                  <a:pt x="3268" y="309555"/>
                </a:lnTo>
                <a:lnTo>
                  <a:pt x="12792" y="262942"/>
                </a:lnTo>
                <a:lnTo>
                  <a:pt x="28145" y="218743"/>
                </a:lnTo>
                <a:lnTo>
                  <a:pt x="48898" y="177386"/>
                </a:lnTo>
                <a:lnTo>
                  <a:pt x="74627" y="139296"/>
                </a:lnTo>
                <a:lnTo>
                  <a:pt x="104902" y="104900"/>
                </a:lnTo>
                <a:lnTo>
                  <a:pt x="139299" y="74625"/>
                </a:lnTo>
                <a:lnTo>
                  <a:pt x="177389" y="48898"/>
                </a:lnTo>
                <a:lnTo>
                  <a:pt x="218747" y="28145"/>
                </a:lnTo>
                <a:lnTo>
                  <a:pt x="262945" y="12793"/>
                </a:lnTo>
                <a:lnTo>
                  <a:pt x="309557" y="3269"/>
                </a:lnTo>
                <a:lnTo>
                  <a:pt x="358157" y="0"/>
                </a:lnTo>
                <a:lnTo>
                  <a:pt x="1670729" y="0"/>
                </a:lnTo>
                <a:lnTo>
                  <a:pt x="1719326" y="3272"/>
                </a:lnTo>
                <a:lnTo>
                  <a:pt x="1765936" y="12797"/>
                </a:lnTo>
                <a:lnTo>
                  <a:pt x="1810133" y="28148"/>
                </a:lnTo>
                <a:lnTo>
                  <a:pt x="1851490" y="48901"/>
                </a:lnTo>
                <a:lnTo>
                  <a:pt x="1889580" y="74627"/>
                </a:lnTo>
                <a:lnTo>
                  <a:pt x="1923977" y="104901"/>
                </a:lnTo>
                <a:lnTo>
                  <a:pt x="1954253" y="139296"/>
                </a:lnTo>
                <a:lnTo>
                  <a:pt x="1979981" y="177386"/>
                </a:lnTo>
                <a:lnTo>
                  <a:pt x="2000735" y="218744"/>
                </a:lnTo>
                <a:lnTo>
                  <a:pt x="2016088" y="262942"/>
                </a:lnTo>
                <a:lnTo>
                  <a:pt x="2025612" y="309555"/>
                </a:lnTo>
                <a:lnTo>
                  <a:pt x="2028628" y="354425"/>
                </a:lnTo>
              </a:path>
            </a:pathLst>
          </a:custGeom>
          <a:ln w="1905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2214320" y="2193766"/>
            <a:ext cx="864869" cy="96520"/>
          </a:xfrm>
          <a:custGeom>
            <a:avLst/>
            <a:gdLst/>
            <a:ahLst/>
            <a:cxnLst/>
            <a:rect l="l" t="t" r="r" b="b"/>
            <a:pathLst>
              <a:path w="864869" h="96519">
                <a:moveTo>
                  <a:pt x="816562" y="95908"/>
                </a:moveTo>
                <a:lnTo>
                  <a:pt x="47954" y="95908"/>
                </a:lnTo>
                <a:lnTo>
                  <a:pt x="38554" y="94978"/>
                </a:lnTo>
                <a:lnTo>
                  <a:pt x="3649" y="66306"/>
                </a:lnTo>
                <a:lnTo>
                  <a:pt x="0" y="47954"/>
                </a:lnTo>
                <a:lnTo>
                  <a:pt x="929" y="38554"/>
                </a:lnTo>
                <a:lnTo>
                  <a:pt x="29602" y="3649"/>
                </a:lnTo>
                <a:lnTo>
                  <a:pt x="47954" y="0"/>
                </a:lnTo>
                <a:lnTo>
                  <a:pt x="816562" y="0"/>
                </a:lnTo>
                <a:lnTo>
                  <a:pt x="856463" y="21348"/>
                </a:lnTo>
                <a:lnTo>
                  <a:pt x="864525" y="47954"/>
                </a:lnTo>
                <a:lnTo>
                  <a:pt x="863594" y="57353"/>
                </a:lnTo>
                <a:lnTo>
                  <a:pt x="834916" y="92258"/>
                </a:lnTo>
                <a:lnTo>
                  <a:pt x="816562" y="95908"/>
                </a:lnTo>
                <a:close/>
              </a:path>
            </a:pathLst>
          </a:custGeom>
          <a:solidFill>
            <a:srgbClr val="A6182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3201771" y="2193766"/>
            <a:ext cx="864869" cy="96520"/>
          </a:xfrm>
          <a:custGeom>
            <a:avLst/>
            <a:gdLst/>
            <a:ahLst/>
            <a:cxnLst/>
            <a:rect l="l" t="t" r="r" b="b"/>
            <a:pathLst>
              <a:path w="864870" h="96519">
                <a:moveTo>
                  <a:pt x="816559" y="95908"/>
                </a:moveTo>
                <a:lnTo>
                  <a:pt x="47945" y="95908"/>
                </a:lnTo>
                <a:lnTo>
                  <a:pt x="38551" y="94978"/>
                </a:lnTo>
                <a:lnTo>
                  <a:pt x="3653" y="66306"/>
                </a:lnTo>
                <a:lnTo>
                  <a:pt x="0" y="47954"/>
                </a:lnTo>
                <a:lnTo>
                  <a:pt x="931" y="38554"/>
                </a:lnTo>
                <a:lnTo>
                  <a:pt x="29603" y="3649"/>
                </a:lnTo>
                <a:lnTo>
                  <a:pt x="47945" y="0"/>
                </a:lnTo>
                <a:lnTo>
                  <a:pt x="816559" y="0"/>
                </a:lnTo>
                <a:lnTo>
                  <a:pt x="856472" y="21348"/>
                </a:lnTo>
                <a:lnTo>
                  <a:pt x="864534" y="47954"/>
                </a:lnTo>
                <a:lnTo>
                  <a:pt x="863603" y="57353"/>
                </a:lnTo>
                <a:lnTo>
                  <a:pt x="834927" y="92258"/>
                </a:lnTo>
                <a:lnTo>
                  <a:pt x="816559" y="95908"/>
                </a:lnTo>
                <a:close/>
              </a:path>
            </a:pathLst>
          </a:custGeom>
          <a:solidFill>
            <a:srgbClr val="A6182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2626848" y="1474629"/>
            <a:ext cx="2985135" cy="0"/>
          </a:xfrm>
          <a:custGeom>
            <a:avLst/>
            <a:gdLst/>
            <a:ahLst/>
            <a:cxnLst/>
            <a:rect l="l" t="t" r="r" b="b"/>
            <a:pathLst>
              <a:path w="2985135">
                <a:moveTo>
                  <a:pt x="0" y="0"/>
                </a:moveTo>
                <a:lnTo>
                  <a:pt x="2984611" y="0"/>
                </a:lnTo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687691" y="9214622"/>
            <a:ext cx="681990" cy="619760"/>
          </a:xfrm>
          <a:custGeom>
            <a:avLst/>
            <a:gdLst/>
            <a:ahLst/>
            <a:cxnLst/>
            <a:rect l="l" t="t" r="r" b="b"/>
            <a:pathLst>
              <a:path w="681990" h="619759">
                <a:moveTo>
                  <a:pt x="268946" y="619142"/>
                </a:moveTo>
                <a:lnTo>
                  <a:pt x="221264" y="609049"/>
                </a:lnTo>
                <a:lnTo>
                  <a:pt x="179963" y="593307"/>
                </a:lnTo>
                <a:lnTo>
                  <a:pt x="141717" y="572103"/>
                </a:lnTo>
                <a:lnTo>
                  <a:pt x="107009" y="545916"/>
                </a:lnTo>
                <a:lnTo>
                  <a:pt x="76320" y="515230"/>
                </a:lnTo>
                <a:lnTo>
                  <a:pt x="50130" y="480524"/>
                </a:lnTo>
                <a:lnTo>
                  <a:pt x="28922" y="442279"/>
                </a:lnTo>
                <a:lnTo>
                  <a:pt x="13177" y="400977"/>
                </a:lnTo>
                <a:lnTo>
                  <a:pt x="3375" y="357099"/>
                </a:lnTo>
                <a:lnTo>
                  <a:pt x="0" y="311125"/>
                </a:lnTo>
                <a:lnTo>
                  <a:pt x="3371" y="265151"/>
                </a:lnTo>
                <a:lnTo>
                  <a:pt x="13168" y="221270"/>
                </a:lnTo>
                <a:lnTo>
                  <a:pt x="28910" y="179965"/>
                </a:lnTo>
                <a:lnTo>
                  <a:pt x="50116" y="141717"/>
                </a:lnTo>
                <a:lnTo>
                  <a:pt x="76304" y="107006"/>
                </a:lnTo>
                <a:lnTo>
                  <a:pt x="106993" y="76315"/>
                </a:lnTo>
                <a:lnTo>
                  <a:pt x="141703" y="50125"/>
                </a:lnTo>
                <a:lnTo>
                  <a:pt x="179950" y="28917"/>
                </a:lnTo>
                <a:lnTo>
                  <a:pt x="221256" y="13172"/>
                </a:lnTo>
                <a:lnTo>
                  <a:pt x="265137" y="3373"/>
                </a:lnTo>
                <a:lnTo>
                  <a:pt x="311112" y="0"/>
                </a:lnTo>
                <a:lnTo>
                  <a:pt x="370820" y="0"/>
                </a:lnTo>
                <a:lnTo>
                  <a:pt x="416797" y="3374"/>
                </a:lnTo>
                <a:lnTo>
                  <a:pt x="460678" y="13174"/>
                </a:lnTo>
                <a:lnTo>
                  <a:pt x="501982" y="28919"/>
                </a:lnTo>
                <a:lnTo>
                  <a:pt x="540230" y="50127"/>
                </a:lnTo>
                <a:lnTo>
                  <a:pt x="574938" y="76318"/>
                </a:lnTo>
                <a:lnTo>
                  <a:pt x="605626" y="107009"/>
                </a:lnTo>
                <a:lnTo>
                  <a:pt x="631814" y="141719"/>
                </a:lnTo>
                <a:lnTo>
                  <a:pt x="653019" y="179967"/>
                </a:lnTo>
                <a:lnTo>
                  <a:pt x="668761" y="221272"/>
                </a:lnTo>
                <a:lnTo>
                  <a:pt x="678558" y="265151"/>
                </a:lnTo>
                <a:lnTo>
                  <a:pt x="681929" y="311125"/>
                </a:lnTo>
                <a:lnTo>
                  <a:pt x="678553" y="357098"/>
                </a:lnTo>
                <a:lnTo>
                  <a:pt x="668752" y="400975"/>
                </a:lnTo>
                <a:lnTo>
                  <a:pt x="653007" y="442277"/>
                </a:lnTo>
                <a:lnTo>
                  <a:pt x="631799" y="480521"/>
                </a:lnTo>
                <a:lnTo>
                  <a:pt x="605611" y="515227"/>
                </a:lnTo>
                <a:lnTo>
                  <a:pt x="574922" y="545913"/>
                </a:lnTo>
                <a:lnTo>
                  <a:pt x="540215" y="572100"/>
                </a:lnTo>
                <a:lnTo>
                  <a:pt x="501971" y="593304"/>
                </a:lnTo>
                <a:lnTo>
                  <a:pt x="460669" y="609047"/>
                </a:lnTo>
                <a:lnTo>
                  <a:pt x="416793" y="618845"/>
                </a:lnTo>
                <a:lnTo>
                  <a:pt x="412983" y="619126"/>
                </a:lnTo>
              </a:path>
            </a:pathLst>
          </a:custGeom>
          <a:ln w="19050">
            <a:solidFill>
              <a:srgbClr val="A6182E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/>
          <p:nvPr/>
        </p:nvSpPr>
        <p:spPr>
          <a:xfrm>
            <a:off x="943330" y="9357560"/>
            <a:ext cx="170815" cy="330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spc="-75" dirty="0">
                <a:latin typeface="Lucida Sans"/>
                <a:cs typeface="Lucida Sans"/>
              </a:rPr>
              <a:t>1</a:t>
            </a:r>
            <a:endParaRPr sz="2000">
              <a:latin typeface="Lucida Sans"/>
              <a:cs typeface="Lucida Sans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10049955" y="6833676"/>
            <a:ext cx="681990" cy="619760"/>
          </a:xfrm>
          <a:custGeom>
            <a:avLst/>
            <a:gdLst/>
            <a:ahLst/>
            <a:cxnLst/>
            <a:rect l="l" t="t" r="r" b="b"/>
            <a:pathLst>
              <a:path w="681990" h="619759">
                <a:moveTo>
                  <a:pt x="268947" y="619142"/>
                </a:moveTo>
                <a:lnTo>
                  <a:pt x="221265" y="609048"/>
                </a:lnTo>
                <a:lnTo>
                  <a:pt x="179963" y="593306"/>
                </a:lnTo>
                <a:lnTo>
                  <a:pt x="141718" y="572101"/>
                </a:lnTo>
                <a:lnTo>
                  <a:pt x="107010" y="545915"/>
                </a:lnTo>
                <a:lnTo>
                  <a:pt x="76321" y="515229"/>
                </a:lnTo>
                <a:lnTo>
                  <a:pt x="50132" y="480523"/>
                </a:lnTo>
                <a:lnTo>
                  <a:pt x="28923" y="442279"/>
                </a:lnTo>
                <a:lnTo>
                  <a:pt x="13177" y="400977"/>
                </a:lnTo>
                <a:lnTo>
                  <a:pt x="3375" y="357099"/>
                </a:lnTo>
                <a:lnTo>
                  <a:pt x="0" y="311125"/>
                </a:lnTo>
                <a:lnTo>
                  <a:pt x="3371" y="265151"/>
                </a:lnTo>
                <a:lnTo>
                  <a:pt x="13169" y="221270"/>
                </a:lnTo>
                <a:lnTo>
                  <a:pt x="28911" y="179965"/>
                </a:lnTo>
                <a:lnTo>
                  <a:pt x="50117" y="141717"/>
                </a:lnTo>
                <a:lnTo>
                  <a:pt x="76305" y="107007"/>
                </a:lnTo>
                <a:lnTo>
                  <a:pt x="106994" y="76317"/>
                </a:lnTo>
                <a:lnTo>
                  <a:pt x="141703" y="50126"/>
                </a:lnTo>
                <a:lnTo>
                  <a:pt x="179951" y="28918"/>
                </a:lnTo>
                <a:lnTo>
                  <a:pt x="221256" y="13173"/>
                </a:lnTo>
                <a:lnTo>
                  <a:pt x="265137" y="3373"/>
                </a:lnTo>
                <a:lnTo>
                  <a:pt x="311112" y="0"/>
                </a:lnTo>
                <a:lnTo>
                  <a:pt x="370821" y="0"/>
                </a:lnTo>
                <a:lnTo>
                  <a:pt x="416797" y="3374"/>
                </a:lnTo>
                <a:lnTo>
                  <a:pt x="460678" y="13175"/>
                </a:lnTo>
                <a:lnTo>
                  <a:pt x="501982" y="28920"/>
                </a:lnTo>
                <a:lnTo>
                  <a:pt x="540229" y="50129"/>
                </a:lnTo>
                <a:lnTo>
                  <a:pt x="574937" y="76319"/>
                </a:lnTo>
                <a:lnTo>
                  <a:pt x="605625" y="107010"/>
                </a:lnTo>
                <a:lnTo>
                  <a:pt x="631813" y="141720"/>
                </a:lnTo>
                <a:lnTo>
                  <a:pt x="653018" y="179967"/>
                </a:lnTo>
                <a:lnTo>
                  <a:pt x="668760" y="221272"/>
                </a:lnTo>
                <a:lnTo>
                  <a:pt x="678557" y="265151"/>
                </a:lnTo>
                <a:lnTo>
                  <a:pt x="681929" y="311125"/>
                </a:lnTo>
                <a:lnTo>
                  <a:pt x="678553" y="357098"/>
                </a:lnTo>
                <a:lnTo>
                  <a:pt x="668751" y="400975"/>
                </a:lnTo>
                <a:lnTo>
                  <a:pt x="653006" y="442276"/>
                </a:lnTo>
                <a:lnTo>
                  <a:pt x="631798" y="480520"/>
                </a:lnTo>
                <a:lnTo>
                  <a:pt x="605610" y="515226"/>
                </a:lnTo>
                <a:lnTo>
                  <a:pt x="574922" y="545912"/>
                </a:lnTo>
                <a:lnTo>
                  <a:pt x="540215" y="572098"/>
                </a:lnTo>
                <a:lnTo>
                  <a:pt x="501970" y="593303"/>
                </a:lnTo>
                <a:lnTo>
                  <a:pt x="460670" y="609046"/>
                </a:lnTo>
                <a:lnTo>
                  <a:pt x="416793" y="618845"/>
                </a:lnTo>
                <a:lnTo>
                  <a:pt x="412982" y="619126"/>
                </a:lnTo>
              </a:path>
            </a:pathLst>
          </a:custGeom>
          <a:ln w="19050">
            <a:solidFill>
              <a:srgbClr val="A6182E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 txBox="1"/>
          <p:nvPr/>
        </p:nvSpPr>
        <p:spPr>
          <a:xfrm>
            <a:off x="10305594" y="6976615"/>
            <a:ext cx="170815" cy="330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spc="-75" dirty="0">
                <a:latin typeface="Lucida Sans"/>
                <a:cs typeface="Lucida Sans"/>
              </a:rPr>
              <a:t>2</a:t>
            </a:r>
            <a:endParaRPr sz="2000">
              <a:latin typeface="Lucida Sans"/>
              <a:cs typeface="Lucida Sans"/>
            </a:endParaRPr>
          </a:p>
        </p:txBody>
      </p:sp>
      <p:pic>
        <p:nvPicPr>
          <p:cNvPr id="11" name="object 11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696450" y="4099437"/>
            <a:ext cx="8277209" cy="2171699"/>
          </a:xfrm>
          <a:prstGeom prst="rect">
            <a:avLst/>
          </a:prstGeom>
        </p:spPr>
      </p:pic>
      <p:grpSp>
        <p:nvGrpSpPr>
          <p:cNvPr id="12" name="object 12"/>
          <p:cNvGrpSpPr/>
          <p:nvPr/>
        </p:nvGrpSpPr>
        <p:grpSpPr>
          <a:xfrm>
            <a:off x="284893" y="4370404"/>
            <a:ext cx="8267700" cy="4524375"/>
            <a:chOff x="284893" y="4370404"/>
            <a:chExt cx="8267700" cy="4524375"/>
          </a:xfrm>
        </p:grpSpPr>
        <p:pic>
          <p:nvPicPr>
            <p:cNvPr id="13" name="object 13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84893" y="4370404"/>
              <a:ext cx="8267699" cy="4524359"/>
            </a:xfrm>
            <a:prstGeom prst="rect">
              <a:avLst/>
            </a:prstGeom>
          </p:spPr>
        </p:pic>
        <p:sp>
          <p:nvSpPr>
            <p:cNvPr id="14" name="object 14"/>
            <p:cNvSpPr/>
            <p:nvPr/>
          </p:nvSpPr>
          <p:spPr>
            <a:xfrm>
              <a:off x="687692" y="5949766"/>
              <a:ext cx="3731260" cy="323850"/>
            </a:xfrm>
            <a:custGeom>
              <a:avLst/>
              <a:gdLst/>
              <a:ahLst/>
              <a:cxnLst/>
              <a:rect l="l" t="t" r="r" b="b"/>
              <a:pathLst>
                <a:path w="3731260" h="323850">
                  <a:moveTo>
                    <a:pt x="3730917" y="323658"/>
                  </a:moveTo>
                  <a:lnTo>
                    <a:pt x="0" y="323658"/>
                  </a:lnTo>
                  <a:lnTo>
                    <a:pt x="0" y="0"/>
                  </a:lnTo>
                  <a:lnTo>
                    <a:pt x="3730917" y="0"/>
                  </a:lnTo>
                  <a:lnTo>
                    <a:pt x="3730917" y="323658"/>
                  </a:lnTo>
                  <a:close/>
                </a:path>
              </a:pathLst>
            </a:custGeom>
            <a:solidFill>
              <a:srgbClr val="FFDE58">
                <a:alpha val="35998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5" name="object 15"/>
          <p:cNvSpPr txBox="1"/>
          <p:nvPr/>
        </p:nvSpPr>
        <p:spPr>
          <a:xfrm>
            <a:off x="1528929" y="9090803"/>
            <a:ext cx="7016115" cy="861694"/>
          </a:xfrm>
          <a:prstGeom prst="rect">
            <a:avLst/>
          </a:prstGeom>
        </p:spPr>
        <p:txBody>
          <a:bodyPr vert="horz" wrap="square" lIns="0" tIns="40005" rIns="0" bIns="0" rtlCol="0">
            <a:spAutoFit/>
          </a:bodyPr>
          <a:lstStyle/>
          <a:p>
            <a:pPr marL="268605" marR="5080" indent="-256540">
              <a:lnSpc>
                <a:spcPts val="3229"/>
              </a:lnSpc>
              <a:spcBef>
                <a:spcPts val="315"/>
              </a:spcBef>
            </a:pPr>
            <a:r>
              <a:rPr sz="2800" spc="60" dirty="0">
                <a:latin typeface="Tahoma"/>
                <a:cs typeface="Tahoma"/>
              </a:rPr>
              <a:t>Fetches</a:t>
            </a:r>
            <a:r>
              <a:rPr sz="2800" spc="-140" dirty="0">
                <a:latin typeface="Tahoma"/>
                <a:cs typeface="Tahoma"/>
              </a:rPr>
              <a:t> </a:t>
            </a:r>
            <a:r>
              <a:rPr sz="2800" spc="85" dirty="0">
                <a:latin typeface="Tahoma"/>
                <a:cs typeface="Tahoma"/>
              </a:rPr>
              <a:t>only</a:t>
            </a:r>
            <a:r>
              <a:rPr sz="2800" spc="-140" dirty="0">
                <a:latin typeface="Tahoma"/>
                <a:cs typeface="Tahoma"/>
              </a:rPr>
              <a:t> </a:t>
            </a:r>
            <a:r>
              <a:rPr sz="2800" spc="90" dirty="0">
                <a:latin typeface="Tahoma"/>
                <a:cs typeface="Tahoma"/>
              </a:rPr>
              <a:t>the</a:t>
            </a:r>
            <a:r>
              <a:rPr sz="2800" spc="-140" dirty="0">
                <a:latin typeface="Tahoma"/>
                <a:cs typeface="Tahoma"/>
              </a:rPr>
              <a:t> </a:t>
            </a:r>
            <a:r>
              <a:rPr sz="2800" spc="60" dirty="0">
                <a:latin typeface="Tahoma"/>
                <a:cs typeface="Tahoma"/>
              </a:rPr>
              <a:t>listings</a:t>
            </a:r>
            <a:r>
              <a:rPr sz="2800" spc="-135" dirty="0">
                <a:latin typeface="Tahoma"/>
                <a:cs typeface="Tahoma"/>
              </a:rPr>
              <a:t> </a:t>
            </a:r>
            <a:r>
              <a:rPr sz="2800" spc="75" dirty="0">
                <a:latin typeface="Tahoma"/>
                <a:cs typeface="Tahoma"/>
              </a:rPr>
              <a:t>that</a:t>
            </a:r>
            <a:r>
              <a:rPr sz="2800" spc="-140" dirty="0">
                <a:latin typeface="Tahoma"/>
                <a:cs typeface="Tahoma"/>
              </a:rPr>
              <a:t> </a:t>
            </a:r>
            <a:r>
              <a:rPr sz="2800" spc="90" dirty="0">
                <a:latin typeface="Tahoma"/>
                <a:cs typeface="Tahoma"/>
              </a:rPr>
              <a:t>belong</a:t>
            </a:r>
            <a:r>
              <a:rPr sz="2800" spc="-140" dirty="0">
                <a:latin typeface="Tahoma"/>
                <a:cs typeface="Tahoma"/>
              </a:rPr>
              <a:t> </a:t>
            </a:r>
            <a:r>
              <a:rPr sz="2800" spc="100" dirty="0">
                <a:latin typeface="Tahoma"/>
                <a:cs typeface="Tahoma"/>
              </a:rPr>
              <a:t>to</a:t>
            </a:r>
            <a:r>
              <a:rPr sz="2800" spc="-135" dirty="0">
                <a:latin typeface="Tahoma"/>
                <a:cs typeface="Tahoma"/>
              </a:rPr>
              <a:t> </a:t>
            </a:r>
            <a:r>
              <a:rPr sz="2800" spc="65" dirty="0">
                <a:latin typeface="Tahoma"/>
                <a:cs typeface="Tahoma"/>
              </a:rPr>
              <a:t>the </a:t>
            </a:r>
            <a:r>
              <a:rPr sz="2800" spc="85" dirty="0">
                <a:latin typeface="Tahoma"/>
                <a:cs typeface="Tahoma"/>
              </a:rPr>
              <a:t>currently</a:t>
            </a:r>
            <a:r>
              <a:rPr sz="2800" spc="-140" dirty="0">
                <a:latin typeface="Tahoma"/>
                <a:cs typeface="Tahoma"/>
              </a:rPr>
              <a:t> </a:t>
            </a:r>
            <a:r>
              <a:rPr sz="2800" spc="45" dirty="0">
                <a:latin typeface="Tahoma"/>
                <a:cs typeface="Tahoma"/>
              </a:rPr>
              <a:t>signed-</a:t>
            </a:r>
            <a:r>
              <a:rPr sz="2800" spc="100" dirty="0">
                <a:latin typeface="Tahoma"/>
                <a:cs typeface="Tahoma"/>
              </a:rPr>
              <a:t>in</a:t>
            </a:r>
            <a:r>
              <a:rPr sz="2800" spc="-140" dirty="0">
                <a:latin typeface="Tahoma"/>
                <a:cs typeface="Tahoma"/>
              </a:rPr>
              <a:t> </a:t>
            </a:r>
            <a:r>
              <a:rPr sz="2800" spc="105" dirty="0">
                <a:latin typeface="Tahoma"/>
                <a:cs typeface="Tahoma"/>
              </a:rPr>
              <a:t>user</a:t>
            </a:r>
            <a:r>
              <a:rPr sz="2800" spc="-140" dirty="0">
                <a:latin typeface="Tahoma"/>
                <a:cs typeface="Tahoma"/>
              </a:rPr>
              <a:t> </a:t>
            </a:r>
            <a:r>
              <a:rPr sz="2800" spc="140" dirty="0">
                <a:latin typeface="Tahoma"/>
                <a:cs typeface="Tahoma"/>
              </a:rPr>
              <a:t>from</a:t>
            </a:r>
            <a:r>
              <a:rPr sz="2800" spc="-140" dirty="0">
                <a:latin typeface="Tahoma"/>
                <a:cs typeface="Tahoma"/>
              </a:rPr>
              <a:t> </a:t>
            </a:r>
            <a:r>
              <a:rPr sz="2800" spc="45" dirty="0">
                <a:latin typeface="Tahoma"/>
                <a:cs typeface="Tahoma"/>
              </a:rPr>
              <a:t>Firestore.</a:t>
            </a:r>
            <a:endParaRPr sz="2800">
              <a:latin typeface="Tahoma"/>
              <a:cs typeface="Tahoma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2708587" y="1006536"/>
            <a:ext cx="2816225" cy="330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1642110" algn="l"/>
              </a:tabLst>
            </a:pPr>
            <a:r>
              <a:rPr sz="2000" spc="-10" dirty="0">
                <a:latin typeface="Lucida Sans"/>
                <a:cs typeface="Lucida Sans"/>
              </a:rPr>
              <a:t>Marketplace</a:t>
            </a:r>
            <a:r>
              <a:rPr sz="2000" dirty="0">
                <a:latin typeface="Lucida Sans"/>
                <a:cs typeface="Lucida Sans"/>
              </a:rPr>
              <a:t>	</a:t>
            </a:r>
            <a:r>
              <a:rPr sz="2000" spc="55" dirty="0">
                <a:latin typeface="Lucida Sans"/>
                <a:cs typeface="Lucida Sans"/>
              </a:rPr>
              <a:t>&amp;</a:t>
            </a:r>
            <a:r>
              <a:rPr sz="2000" spc="-114" dirty="0">
                <a:latin typeface="Lucida Sans"/>
                <a:cs typeface="Lucida Sans"/>
              </a:rPr>
              <a:t> </a:t>
            </a:r>
            <a:r>
              <a:rPr sz="2000" spc="-45" dirty="0">
                <a:latin typeface="Lucida Sans"/>
                <a:cs typeface="Lucida Sans"/>
              </a:rPr>
              <a:t>Listings</a:t>
            </a:r>
            <a:endParaRPr sz="2000">
              <a:latin typeface="Lucida Sans"/>
              <a:cs typeface="Lucida Sans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1478466" y="1006536"/>
            <a:ext cx="680085" cy="330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spc="-35" dirty="0">
                <a:solidFill>
                  <a:srgbClr val="0F0E0D"/>
                </a:solidFill>
                <a:latin typeface="Lucida Sans"/>
                <a:cs typeface="Lucida Sans"/>
              </a:rPr>
              <a:t>Login</a:t>
            </a:r>
            <a:endParaRPr sz="2000">
              <a:latin typeface="Lucida Sans"/>
              <a:cs typeface="Lucida Sans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7752523" y="1006536"/>
            <a:ext cx="748665" cy="330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spc="-30" dirty="0">
                <a:latin typeface="Lucida Sans"/>
                <a:cs typeface="Lucida Sans"/>
              </a:rPr>
              <a:t>Figma</a:t>
            </a:r>
            <a:endParaRPr sz="2000">
              <a:latin typeface="Lucida Sans"/>
              <a:cs typeface="Lucida Sans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5798300" y="1006536"/>
            <a:ext cx="1461135" cy="330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dirty="0">
                <a:latin typeface="Lucida Sans"/>
                <a:cs typeface="Lucida Sans"/>
              </a:rPr>
              <a:t>My</a:t>
            </a:r>
            <a:r>
              <a:rPr sz="2000" spc="-55" dirty="0">
                <a:latin typeface="Lucida Sans"/>
                <a:cs typeface="Lucida Sans"/>
              </a:rPr>
              <a:t> </a:t>
            </a:r>
            <a:r>
              <a:rPr sz="2000" spc="-10" dirty="0">
                <a:latin typeface="Lucida Sans"/>
                <a:cs typeface="Lucida Sans"/>
              </a:rPr>
              <a:t>Shortlist</a:t>
            </a:r>
            <a:endParaRPr sz="2000">
              <a:latin typeface="Lucida Sans"/>
              <a:cs typeface="Lucida Sans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11058456" y="6505093"/>
            <a:ext cx="6240145" cy="1271270"/>
          </a:xfrm>
          <a:prstGeom prst="rect">
            <a:avLst/>
          </a:prstGeom>
        </p:spPr>
        <p:txBody>
          <a:bodyPr vert="horz" wrap="square" lIns="0" tIns="40640" rIns="0" bIns="0" rtlCol="0">
            <a:spAutoFit/>
          </a:bodyPr>
          <a:lstStyle/>
          <a:p>
            <a:pPr marL="12700" marR="5080" algn="ctr">
              <a:lnSpc>
                <a:spcPts val="3220"/>
              </a:lnSpc>
              <a:spcBef>
                <a:spcPts val="320"/>
              </a:spcBef>
            </a:pPr>
            <a:r>
              <a:rPr sz="2800" spc="-114" dirty="0">
                <a:latin typeface="Tahoma"/>
                <a:cs typeface="Tahoma"/>
              </a:rPr>
              <a:t>If</a:t>
            </a:r>
            <a:r>
              <a:rPr sz="2800" spc="-140" dirty="0">
                <a:latin typeface="Tahoma"/>
                <a:cs typeface="Tahoma"/>
              </a:rPr>
              <a:t> </a:t>
            </a:r>
            <a:r>
              <a:rPr sz="2800" spc="95" dirty="0">
                <a:latin typeface="Tahoma"/>
                <a:cs typeface="Tahoma"/>
              </a:rPr>
              <a:t>there</a:t>
            </a:r>
            <a:r>
              <a:rPr sz="2800" spc="-140" dirty="0">
                <a:latin typeface="Tahoma"/>
                <a:cs typeface="Tahoma"/>
              </a:rPr>
              <a:t> </a:t>
            </a:r>
            <a:r>
              <a:rPr sz="2800" spc="90" dirty="0">
                <a:latin typeface="Tahoma"/>
                <a:cs typeface="Tahoma"/>
              </a:rPr>
              <a:t>are</a:t>
            </a:r>
            <a:r>
              <a:rPr sz="2800" spc="-135" dirty="0">
                <a:latin typeface="Tahoma"/>
                <a:cs typeface="Tahoma"/>
              </a:rPr>
              <a:t> </a:t>
            </a:r>
            <a:r>
              <a:rPr sz="2800" spc="55" dirty="0">
                <a:latin typeface="Tahoma"/>
                <a:cs typeface="Tahoma"/>
              </a:rPr>
              <a:t>results,</a:t>
            </a:r>
            <a:r>
              <a:rPr sz="2800" spc="-140" dirty="0">
                <a:latin typeface="Tahoma"/>
                <a:cs typeface="Tahoma"/>
              </a:rPr>
              <a:t> </a:t>
            </a:r>
            <a:r>
              <a:rPr sz="2800" spc="60" dirty="0">
                <a:latin typeface="Tahoma"/>
                <a:cs typeface="Tahoma"/>
              </a:rPr>
              <a:t>it</a:t>
            </a:r>
            <a:r>
              <a:rPr sz="2800" spc="-135" dirty="0">
                <a:latin typeface="Tahoma"/>
                <a:cs typeface="Tahoma"/>
              </a:rPr>
              <a:t> </a:t>
            </a:r>
            <a:r>
              <a:rPr sz="2800" spc="100" dirty="0">
                <a:latin typeface="Tahoma"/>
                <a:cs typeface="Tahoma"/>
              </a:rPr>
              <a:t>hides</a:t>
            </a:r>
            <a:r>
              <a:rPr sz="2800" spc="-140" dirty="0">
                <a:latin typeface="Tahoma"/>
                <a:cs typeface="Tahoma"/>
              </a:rPr>
              <a:t> </a:t>
            </a:r>
            <a:r>
              <a:rPr sz="2800" spc="90" dirty="0">
                <a:latin typeface="Tahoma"/>
                <a:cs typeface="Tahoma"/>
              </a:rPr>
              <a:t>the</a:t>
            </a:r>
            <a:r>
              <a:rPr sz="2800" spc="-135" dirty="0">
                <a:latin typeface="Tahoma"/>
                <a:cs typeface="Tahoma"/>
              </a:rPr>
              <a:t> </a:t>
            </a:r>
            <a:r>
              <a:rPr sz="2800" spc="90" dirty="0">
                <a:latin typeface="Tahoma"/>
                <a:cs typeface="Tahoma"/>
              </a:rPr>
              <a:t>empty </a:t>
            </a:r>
            <a:r>
              <a:rPr sz="2800" dirty="0">
                <a:latin typeface="Tahoma"/>
                <a:cs typeface="Tahoma"/>
              </a:rPr>
              <a:t>state,</a:t>
            </a:r>
            <a:r>
              <a:rPr sz="2800" spc="-35" dirty="0">
                <a:latin typeface="Tahoma"/>
                <a:cs typeface="Tahoma"/>
              </a:rPr>
              <a:t> </a:t>
            </a:r>
            <a:r>
              <a:rPr sz="2800" spc="100" dirty="0">
                <a:latin typeface="Tahoma"/>
                <a:cs typeface="Tahoma"/>
              </a:rPr>
              <a:t>makes</a:t>
            </a:r>
            <a:r>
              <a:rPr sz="2800" spc="-30" dirty="0">
                <a:latin typeface="Tahoma"/>
                <a:cs typeface="Tahoma"/>
              </a:rPr>
              <a:t> </a:t>
            </a:r>
            <a:r>
              <a:rPr sz="2800" spc="90" dirty="0">
                <a:latin typeface="Tahoma"/>
                <a:cs typeface="Tahoma"/>
              </a:rPr>
              <a:t>the</a:t>
            </a:r>
            <a:r>
              <a:rPr sz="2800" spc="-30" dirty="0">
                <a:latin typeface="Tahoma"/>
                <a:cs typeface="Tahoma"/>
              </a:rPr>
              <a:t> </a:t>
            </a:r>
            <a:r>
              <a:rPr sz="2800" spc="80" dirty="0">
                <a:latin typeface="Tahoma"/>
                <a:cs typeface="Tahoma"/>
              </a:rPr>
              <a:t>table</a:t>
            </a:r>
            <a:r>
              <a:rPr sz="2800" spc="-30" dirty="0">
                <a:latin typeface="Tahoma"/>
                <a:cs typeface="Tahoma"/>
              </a:rPr>
              <a:t> </a:t>
            </a:r>
            <a:r>
              <a:rPr sz="2800" dirty="0">
                <a:latin typeface="Tahoma"/>
                <a:cs typeface="Tahoma"/>
              </a:rPr>
              <a:t>visible,</a:t>
            </a:r>
            <a:r>
              <a:rPr sz="2800" spc="-30" dirty="0">
                <a:latin typeface="Tahoma"/>
                <a:cs typeface="Tahoma"/>
              </a:rPr>
              <a:t> </a:t>
            </a:r>
            <a:r>
              <a:rPr sz="2800" spc="90" dirty="0">
                <a:latin typeface="Tahoma"/>
                <a:cs typeface="Tahoma"/>
              </a:rPr>
              <a:t>and </a:t>
            </a:r>
            <a:r>
              <a:rPr sz="2800" spc="110" dirty="0">
                <a:latin typeface="Tahoma"/>
                <a:cs typeface="Tahoma"/>
              </a:rPr>
              <a:t>renders</a:t>
            </a:r>
            <a:r>
              <a:rPr sz="2800" spc="-145" dirty="0">
                <a:latin typeface="Tahoma"/>
                <a:cs typeface="Tahoma"/>
              </a:rPr>
              <a:t> </a:t>
            </a:r>
            <a:r>
              <a:rPr sz="2800" spc="70" dirty="0">
                <a:latin typeface="Tahoma"/>
                <a:cs typeface="Tahoma"/>
              </a:rPr>
              <a:t>a</a:t>
            </a:r>
            <a:r>
              <a:rPr sz="2800" spc="-140" dirty="0">
                <a:latin typeface="Tahoma"/>
                <a:cs typeface="Tahoma"/>
              </a:rPr>
              <a:t> </a:t>
            </a:r>
            <a:r>
              <a:rPr sz="2800" spc="114" dirty="0">
                <a:latin typeface="Tahoma"/>
                <a:cs typeface="Tahoma"/>
              </a:rPr>
              <a:t>row</a:t>
            </a:r>
            <a:r>
              <a:rPr sz="2800" spc="-140" dirty="0">
                <a:latin typeface="Tahoma"/>
                <a:cs typeface="Tahoma"/>
              </a:rPr>
              <a:t> </a:t>
            </a:r>
            <a:r>
              <a:rPr sz="2800" spc="110" dirty="0">
                <a:latin typeface="Tahoma"/>
                <a:cs typeface="Tahoma"/>
              </a:rPr>
              <a:t>for</a:t>
            </a:r>
            <a:r>
              <a:rPr sz="2800" spc="-140" dirty="0">
                <a:latin typeface="Tahoma"/>
                <a:cs typeface="Tahoma"/>
              </a:rPr>
              <a:t> </a:t>
            </a:r>
            <a:r>
              <a:rPr sz="2800" spc="80" dirty="0">
                <a:latin typeface="Tahoma"/>
                <a:cs typeface="Tahoma"/>
              </a:rPr>
              <a:t>each</a:t>
            </a:r>
            <a:r>
              <a:rPr sz="2800" spc="-140" dirty="0">
                <a:latin typeface="Tahoma"/>
                <a:cs typeface="Tahoma"/>
              </a:rPr>
              <a:t> </a:t>
            </a:r>
            <a:r>
              <a:rPr sz="2800" spc="-10" dirty="0">
                <a:latin typeface="Tahoma"/>
                <a:cs typeface="Tahoma"/>
              </a:rPr>
              <a:t>listing.</a:t>
            </a:r>
            <a:endParaRPr sz="2800">
              <a:latin typeface="Tahoma"/>
              <a:cs typeface="Tahoma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10838111" y="8463726"/>
            <a:ext cx="5998845" cy="1448435"/>
          </a:xfrm>
          <a:prstGeom prst="rect">
            <a:avLst/>
          </a:prstGeom>
        </p:spPr>
        <p:txBody>
          <a:bodyPr vert="horz" wrap="square" lIns="0" tIns="55880" rIns="0" bIns="0" rtlCol="0">
            <a:spAutoFit/>
          </a:bodyPr>
          <a:lstStyle/>
          <a:p>
            <a:pPr marL="220979" marR="5080" indent="-208915">
              <a:lnSpc>
                <a:spcPts val="5480"/>
              </a:lnSpc>
              <a:spcBef>
                <a:spcPts val="440"/>
              </a:spcBef>
            </a:pPr>
            <a:r>
              <a:rPr sz="4750" b="1" i="1" spc="229" dirty="0">
                <a:solidFill>
                  <a:srgbClr val="A6182E"/>
                </a:solidFill>
                <a:latin typeface="Gill Sans MT"/>
                <a:cs typeface="Gill Sans MT"/>
              </a:rPr>
              <a:t>SAME</a:t>
            </a:r>
            <a:r>
              <a:rPr sz="4750" b="1" i="1" spc="-50" dirty="0">
                <a:solidFill>
                  <a:srgbClr val="A6182E"/>
                </a:solidFill>
                <a:latin typeface="Gill Sans MT"/>
                <a:cs typeface="Gill Sans MT"/>
              </a:rPr>
              <a:t> </a:t>
            </a:r>
            <a:r>
              <a:rPr sz="4750" b="1" i="1" spc="-10" dirty="0">
                <a:solidFill>
                  <a:srgbClr val="A6182E"/>
                </a:solidFill>
                <a:latin typeface="Gill Sans MT"/>
                <a:cs typeface="Gill Sans MT"/>
              </a:rPr>
              <a:t>COLLECTION, </a:t>
            </a:r>
            <a:r>
              <a:rPr sz="4750" b="1" i="1" spc="120" dirty="0">
                <a:solidFill>
                  <a:srgbClr val="A6182E"/>
                </a:solidFill>
                <a:latin typeface="Gill Sans MT"/>
                <a:cs typeface="Gill Sans MT"/>
              </a:rPr>
              <a:t>OPPOSITE</a:t>
            </a:r>
            <a:r>
              <a:rPr sz="4750" b="1" i="1" spc="-40" dirty="0">
                <a:solidFill>
                  <a:srgbClr val="A6182E"/>
                </a:solidFill>
                <a:latin typeface="Gill Sans MT"/>
                <a:cs typeface="Gill Sans MT"/>
              </a:rPr>
              <a:t> </a:t>
            </a:r>
            <a:r>
              <a:rPr sz="4750" b="1" i="1" spc="245" dirty="0">
                <a:solidFill>
                  <a:srgbClr val="A6182E"/>
                </a:solidFill>
                <a:latin typeface="Gill Sans MT"/>
                <a:cs typeface="Gill Sans MT"/>
              </a:rPr>
              <a:t>FILTER.</a:t>
            </a:r>
            <a:endParaRPr sz="4750">
              <a:latin typeface="Gill Sans MT"/>
              <a:cs typeface="Gill Sans MT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2201620" y="2369877"/>
            <a:ext cx="13696950" cy="158940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5300" b="1" spc="350" dirty="0">
                <a:latin typeface="Trebuchet MS"/>
                <a:cs typeface="Trebuchet MS"/>
              </a:rPr>
              <a:t>MARKETPLACE</a:t>
            </a:r>
            <a:r>
              <a:rPr sz="5300" b="1" spc="-70" dirty="0">
                <a:latin typeface="Trebuchet MS"/>
                <a:cs typeface="Trebuchet MS"/>
              </a:rPr>
              <a:t> </a:t>
            </a:r>
            <a:r>
              <a:rPr sz="5300" b="1" spc="-340" dirty="0">
                <a:latin typeface="Trebuchet MS"/>
                <a:cs typeface="Trebuchet MS"/>
              </a:rPr>
              <a:t>&amp;</a:t>
            </a:r>
            <a:r>
              <a:rPr sz="5300" b="1" spc="-70" dirty="0">
                <a:latin typeface="Trebuchet MS"/>
                <a:cs typeface="Trebuchet MS"/>
              </a:rPr>
              <a:t> </a:t>
            </a:r>
            <a:r>
              <a:rPr sz="5300" b="1" spc="360" dirty="0">
                <a:latin typeface="Trebuchet MS"/>
                <a:cs typeface="Trebuchet MS"/>
              </a:rPr>
              <a:t>LISTINGS</a:t>
            </a:r>
            <a:r>
              <a:rPr sz="5300" b="1" spc="-380" dirty="0">
                <a:latin typeface="Trebuchet MS"/>
                <a:cs typeface="Trebuchet MS"/>
              </a:rPr>
              <a:t> </a:t>
            </a:r>
            <a:r>
              <a:rPr sz="5300" spc="-10" dirty="0">
                <a:latin typeface="Lucida Sans"/>
                <a:cs typeface="Lucida Sans"/>
              </a:rPr>
              <a:t>(mylistings.js)</a:t>
            </a:r>
            <a:endParaRPr sz="5300">
              <a:latin typeface="Lucida Sans"/>
              <a:cs typeface="Lucida Sans"/>
            </a:endParaRPr>
          </a:p>
          <a:p>
            <a:pPr marL="184785">
              <a:lnSpc>
                <a:spcPct val="100000"/>
              </a:lnSpc>
              <a:spcBef>
                <a:spcPts val="2950"/>
              </a:spcBef>
              <a:tabLst>
                <a:tab pos="2329180" algn="l"/>
              </a:tabLst>
            </a:pPr>
            <a:r>
              <a:rPr sz="2500" spc="-40" dirty="0">
                <a:solidFill>
                  <a:srgbClr val="0F0E0D"/>
                </a:solidFill>
                <a:latin typeface="Lucida Sans"/>
                <a:cs typeface="Lucida Sans"/>
              </a:rPr>
              <a:t>Function:</a:t>
            </a:r>
            <a:r>
              <a:rPr sz="2500" spc="-125" dirty="0">
                <a:solidFill>
                  <a:srgbClr val="0F0E0D"/>
                </a:solidFill>
                <a:latin typeface="Lucida Sans"/>
                <a:cs typeface="Lucida Sans"/>
              </a:rPr>
              <a:t> </a:t>
            </a:r>
            <a:r>
              <a:rPr sz="2500" spc="-50" dirty="0">
                <a:solidFill>
                  <a:srgbClr val="0F0E0D"/>
                </a:solidFill>
                <a:latin typeface="Lucida Sans"/>
                <a:cs typeface="Lucida Sans"/>
              </a:rPr>
              <a:t>2</a:t>
            </a:r>
            <a:r>
              <a:rPr sz="2500" dirty="0">
                <a:solidFill>
                  <a:srgbClr val="0F0E0D"/>
                </a:solidFill>
                <a:latin typeface="Lucida Sans"/>
                <a:cs typeface="Lucida Sans"/>
              </a:rPr>
              <a:t>	</a:t>
            </a:r>
            <a:r>
              <a:rPr sz="2500" spc="-10" dirty="0">
                <a:solidFill>
                  <a:srgbClr val="0F0E0D"/>
                </a:solidFill>
                <a:latin typeface="Lucida Sans"/>
                <a:cs typeface="Lucida Sans"/>
              </a:rPr>
              <a:t>loadMyListings(userUID)</a:t>
            </a:r>
            <a:endParaRPr sz="2500">
              <a:latin typeface="Lucida Sans"/>
              <a:cs typeface="Lucida Sans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9124888" y="4058229"/>
            <a:ext cx="0" cy="5051425"/>
          </a:xfrm>
          <a:custGeom>
            <a:avLst/>
            <a:gdLst/>
            <a:ahLst/>
            <a:cxnLst/>
            <a:rect l="l" t="t" r="r" b="b"/>
            <a:pathLst>
              <a:path h="5051425">
                <a:moveTo>
                  <a:pt x="0" y="0"/>
                </a:moveTo>
                <a:lnTo>
                  <a:pt x="0" y="5050926"/>
                </a:lnTo>
              </a:path>
            </a:pathLst>
          </a:custGeom>
          <a:ln w="38100">
            <a:solidFill>
              <a:srgbClr val="A6182E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568424" y="2241721"/>
            <a:ext cx="864869" cy="96520"/>
          </a:xfrm>
          <a:custGeom>
            <a:avLst/>
            <a:gdLst/>
            <a:ahLst/>
            <a:cxnLst/>
            <a:rect l="l" t="t" r="r" b="b"/>
            <a:pathLst>
              <a:path w="864869" h="96519">
                <a:moveTo>
                  <a:pt x="816562" y="95911"/>
                </a:moveTo>
                <a:lnTo>
                  <a:pt x="47954" y="95911"/>
                </a:lnTo>
                <a:lnTo>
                  <a:pt x="38556" y="94981"/>
                </a:lnTo>
                <a:lnTo>
                  <a:pt x="3649" y="66306"/>
                </a:lnTo>
                <a:lnTo>
                  <a:pt x="0" y="47954"/>
                </a:lnTo>
                <a:lnTo>
                  <a:pt x="929" y="38556"/>
                </a:lnTo>
                <a:lnTo>
                  <a:pt x="29604" y="3650"/>
                </a:lnTo>
                <a:lnTo>
                  <a:pt x="47954" y="0"/>
                </a:lnTo>
                <a:lnTo>
                  <a:pt x="816562" y="0"/>
                </a:lnTo>
                <a:lnTo>
                  <a:pt x="856460" y="21349"/>
                </a:lnTo>
                <a:lnTo>
                  <a:pt x="864519" y="47954"/>
                </a:lnTo>
                <a:lnTo>
                  <a:pt x="863589" y="57354"/>
                </a:lnTo>
                <a:lnTo>
                  <a:pt x="834914" y="92260"/>
                </a:lnTo>
                <a:lnTo>
                  <a:pt x="816562" y="95911"/>
                </a:lnTo>
                <a:close/>
              </a:path>
            </a:pathLst>
          </a:custGeom>
          <a:solidFill>
            <a:srgbClr val="A6182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1555882" y="2241721"/>
            <a:ext cx="864869" cy="96520"/>
          </a:xfrm>
          <a:custGeom>
            <a:avLst/>
            <a:gdLst/>
            <a:ahLst/>
            <a:cxnLst/>
            <a:rect l="l" t="t" r="r" b="b"/>
            <a:pathLst>
              <a:path w="864869" h="96519">
                <a:moveTo>
                  <a:pt x="816562" y="95911"/>
                </a:moveTo>
                <a:lnTo>
                  <a:pt x="47954" y="95911"/>
                </a:lnTo>
                <a:lnTo>
                  <a:pt x="38554" y="94981"/>
                </a:lnTo>
                <a:lnTo>
                  <a:pt x="3649" y="66306"/>
                </a:lnTo>
                <a:lnTo>
                  <a:pt x="0" y="47954"/>
                </a:lnTo>
                <a:lnTo>
                  <a:pt x="929" y="38556"/>
                </a:lnTo>
                <a:lnTo>
                  <a:pt x="29601" y="3650"/>
                </a:lnTo>
                <a:lnTo>
                  <a:pt x="47954" y="0"/>
                </a:lnTo>
                <a:lnTo>
                  <a:pt x="816562" y="0"/>
                </a:lnTo>
                <a:lnTo>
                  <a:pt x="856460" y="21349"/>
                </a:lnTo>
                <a:lnTo>
                  <a:pt x="864516" y="47954"/>
                </a:lnTo>
                <a:lnTo>
                  <a:pt x="863586" y="57354"/>
                </a:lnTo>
                <a:lnTo>
                  <a:pt x="834912" y="92260"/>
                </a:lnTo>
                <a:lnTo>
                  <a:pt x="816562" y="95911"/>
                </a:lnTo>
                <a:close/>
              </a:path>
            </a:pathLst>
          </a:custGeom>
          <a:solidFill>
            <a:srgbClr val="A6182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5820582" y="1470636"/>
            <a:ext cx="1492885" cy="0"/>
          </a:xfrm>
          <a:custGeom>
            <a:avLst/>
            <a:gdLst/>
            <a:ahLst/>
            <a:cxnLst/>
            <a:rect l="l" t="t" r="r" b="b"/>
            <a:pathLst>
              <a:path w="1492884">
                <a:moveTo>
                  <a:pt x="0" y="0"/>
                </a:moveTo>
                <a:lnTo>
                  <a:pt x="1492300" y="0"/>
                </a:lnTo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2708587" y="1006536"/>
            <a:ext cx="2816225" cy="330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1642110" algn="l"/>
              </a:tabLst>
            </a:pPr>
            <a:r>
              <a:rPr sz="2000" spc="-10" dirty="0">
                <a:latin typeface="Lucida Sans"/>
                <a:cs typeface="Lucida Sans"/>
              </a:rPr>
              <a:t>Marketplace</a:t>
            </a:r>
            <a:r>
              <a:rPr sz="2000" dirty="0">
                <a:latin typeface="Lucida Sans"/>
                <a:cs typeface="Lucida Sans"/>
              </a:rPr>
              <a:t>	</a:t>
            </a:r>
            <a:r>
              <a:rPr sz="2000" spc="55" dirty="0">
                <a:latin typeface="Lucida Sans"/>
                <a:cs typeface="Lucida Sans"/>
              </a:rPr>
              <a:t>&amp;</a:t>
            </a:r>
            <a:r>
              <a:rPr sz="2000" spc="-114" dirty="0">
                <a:latin typeface="Lucida Sans"/>
                <a:cs typeface="Lucida Sans"/>
              </a:rPr>
              <a:t> </a:t>
            </a:r>
            <a:r>
              <a:rPr sz="2000" spc="-45" dirty="0">
                <a:latin typeface="Lucida Sans"/>
                <a:cs typeface="Lucida Sans"/>
              </a:rPr>
              <a:t>Listings</a:t>
            </a:r>
            <a:endParaRPr sz="2000">
              <a:latin typeface="Lucida Sans"/>
              <a:cs typeface="Lucida Sans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478466" y="1006536"/>
            <a:ext cx="680085" cy="330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spc="-35" dirty="0">
                <a:solidFill>
                  <a:srgbClr val="0F0E0D"/>
                </a:solidFill>
                <a:latin typeface="Lucida Sans"/>
                <a:cs typeface="Lucida Sans"/>
              </a:rPr>
              <a:t>Login</a:t>
            </a:r>
            <a:endParaRPr sz="2000">
              <a:latin typeface="Lucida Sans"/>
              <a:cs typeface="Lucida Sans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7752523" y="1006536"/>
            <a:ext cx="748665" cy="330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spc="-30" dirty="0">
                <a:latin typeface="Lucida Sans"/>
                <a:cs typeface="Lucida Sans"/>
              </a:rPr>
              <a:t>Figma</a:t>
            </a:r>
            <a:endParaRPr sz="2000">
              <a:latin typeface="Lucida Sans"/>
              <a:cs typeface="Lucida Sans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5798300" y="1006536"/>
            <a:ext cx="1461135" cy="330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dirty="0">
                <a:latin typeface="Lucida Sans"/>
                <a:cs typeface="Lucida Sans"/>
              </a:rPr>
              <a:t>My</a:t>
            </a:r>
            <a:r>
              <a:rPr sz="2000" spc="-55" dirty="0">
                <a:latin typeface="Lucida Sans"/>
                <a:cs typeface="Lucida Sans"/>
              </a:rPr>
              <a:t> </a:t>
            </a:r>
            <a:r>
              <a:rPr sz="2000" spc="-10" dirty="0">
                <a:latin typeface="Lucida Sans"/>
                <a:cs typeface="Lucida Sans"/>
              </a:rPr>
              <a:t>Shortlist</a:t>
            </a:r>
            <a:endParaRPr sz="2000">
              <a:latin typeface="Lucida Sans"/>
              <a:cs typeface="Lucida Sans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9912796" y="1435540"/>
            <a:ext cx="681990" cy="720725"/>
          </a:xfrm>
          <a:custGeom>
            <a:avLst/>
            <a:gdLst/>
            <a:ahLst/>
            <a:cxnLst/>
            <a:rect l="l" t="t" r="r" b="b"/>
            <a:pathLst>
              <a:path w="681990" h="720725">
                <a:moveTo>
                  <a:pt x="370819" y="0"/>
                </a:moveTo>
                <a:lnTo>
                  <a:pt x="416793" y="3907"/>
                </a:lnTo>
                <a:lnTo>
                  <a:pt x="460673" y="15258"/>
                </a:lnTo>
                <a:lnTo>
                  <a:pt x="501976" y="33494"/>
                </a:lnTo>
                <a:lnTo>
                  <a:pt x="540222" y="58058"/>
                </a:lnTo>
                <a:lnTo>
                  <a:pt x="574930" y="88393"/>
                </a:lnTo>
                <a:lnTo>
                  <a:pt x="605619" y="123940"/>
                </a:lnTo>
                <a:lnTo>
                  <a:pt x="631807" y="164143"/>
                </a:lnTo>
                <a:lnTo>
                  <a:pt x="653013" y="208444"/>
                </a:lnTo>
                <a:lnTo>
                  <a:pt x="668756" y="256286"/>
                </a:lnTo>
                <a:lnTo>
                  <a:pt x="678555" y="307111"/>
                </a:lnTo>
                <a:lnTo>
                  <a:pt x="681929" y="360362"/>
                </a:lnTo>
                <a:lnTo>
                  <a:pt x="678555" y="413613"/>
                </a:lnTo>
                <a:lnTo>
                  <a:pt x="668756" y="464439"/>
                </a:lnTo>
                <a:lnTo>
                  <a:pt x="653013" y="512280"/>
                </a:lnTo>
                <a:lnTo>
                  <a:pt x="631806" y="556581"/>
                </a:lnTo>
                <a:lnTo>
                  <a:pt x="605618" y="596784"/>
                </a:lnTo>
                <a:lnTo>
                  <a:pt x="574929" y="632331"/>
                </a:lnTo>
                <a:lnTo>
                  <a:pt x="540221" y="662666"/>
                </a:lnTo>
                <a:lnTo>
                  <a:pt x="501975" y="687229"/>
                </a:lnTo>
                <a:lnTo>
                  <a:pt x="460672" y="705466"/>
                </a:lnTo>
                <a:lnTo>
                  <a:pt x="416793" y="716816"/>
                </a:lnTo>
                <a:lnTo>
                  <a:pt x="370819" y="720723"/>
                </a:lnTo>
                <a:lnTo>
                  <a:pt x="311111" y="720724"/>
                </a:lnTo>
                <a:lnTo>
                  <a:pt x="265137" y="716818"/>
                </a:lnTo>
                <a:lnTo>
                  <a:pt x="221256" y="705470"/>
                </a:lnTo>
                <a:lnTo>
                  <a:pt x="179951" y="687236"/>
                </a:lnTo>
                <a:lnTo>
                  <a:pt x="141702" y="662673"/>
                </a:lnTo>
                <a:lnTo>
                  <a:pt x="106993" y="632338"/>
                </a:lnTo>
                <a:lnTo>
                  <a:pt x="76304" y="596790"/>
                </a:lnTo>
                <a:lnTo>
                  <a:pt x="50116" y="556585"/>
                </a:lnTo>
                <a:lnTo>
                  <a:pt x="28911" y="512283"/>
                </a:lnTo>
                <a:lnTo>
                  <a:pt x="13170" y="464440"/>
                </a:lnTo>
                <a:lnTo>
                  <a:pt x="3372" y="413614"/>
                </a:lnTo>
                <a:lnTo>
                  <a:pt x="0" y="360362"/>
                </a:lnTo>
                <a:lnTo>
                  <a:pt x="3372" y="307111"/>
                </a:lnTo>
                <a:lnTo>
                  <a:pt x="13169" y="256285"/>
                </a:lnTo>
                <a:lnTo>
                  <a:pt x="28911" y="208441"/>
                </a:lnTo>
                <a:lnTo>
                  <a:pt x="50116" y="164139"/>
                </a:lnTo>
                <a:lnTo>
                  <a:pt x="76304" y="123934"/>
                </a:lnTo>
                <a:lnTo>
                  <a:pt x="106993" y="88386"/>
                </a:lnTo>
                <a:lnTo>
                  <a:pt x="141703" y="58051"/>
                </a:lnTo>
                <a:lnTo>
                  <a:pt x="179951" y="33488"/>
                </a:lnTo>
                <a:lnTo>
                  <a:pt x="221257" y="15254"/>
                </a:lnTo>
                <a:lnTo>
                  <a:pt x="265137" y="3906"/>
                </a:lnTo>
                <a:lnTo>
                  <a:pt x="311111" y="0"/>
                </a:lnTo>
                <a:lnTo>
                  <a:pt x="370819" y="0"/>
                </a:lnTo>
              </a:path>
            </a:pathLst>
          </a:custGeom>
          <a:ln w="19050">
            <a:solidFill>
              <a:srgbClr val="A6182E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 txBox="1"/>
          <p:nvPr/>
        </p:nvSpPr>
        <p:spPr>
          <a:xfrm>
            <a:off x="10132120" y="1546641"/>
            <a:ext cx="243840" cy="4826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000" spc="-130" dirty="0">
                <a:latin typeface="Lucida Sans"/>
                <a:cs typeface="Lucida Sans"/>
              </a:rPr>
              <a:t>1</a:t>
            </a:r>
            <a:endParaRPr sz="3000">
              <a:latin typeface="Lucida Sans"/>
              <a:cs typeface="Lucida Sans"/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9912794" y="6264980"/>
            <a:ext cx="681990" cy="720725"/>
          </a:xfrm>
          <a:custGeom>
            <a:avLst/>
            <a:gdLst/>
            <a:ahLst/>
            <a:cxnLst/>
            <a:rect l="l" t="t" r="r" b="b"/>
            <a:pathLst>
              <a:path w="681990" h="720725">
                <a:moveTo>
                  <a:pt x="370821" y="0"/>
                </a:moveTo>
                <a:lnTo>
                  <a:pt x="416801" y="3909"/>
                </a:lnTo>
                <a:lnTo>
                  <a:pt x="460682" y="15264"/>
                </a:lnTo>
                <a:lnTo>
                  <a:pt x="501987" y="33504"/>
                </a:lnTo>
                <a:lnTo>
                  <a:pt x="540233" y="58072"/>
                </a:lnTo>
                <a:lnTo>
                  <a:pt x="574940" y="88410"/>
                </a:lnTo>
                <a:lnTo>
                  <a:pt x="605627" y="123960"/>
                </a:lnTo>
                <a:lnTo>
                  <a:pt x="631814" y="164165"/>
                </a:lnTo>
                <a:lnTo>
                  <a:pt x="653019" y="208467"/>
                </a:lnTo>
                <a:lnTo>
                  <a:pt x="668761" y="256310"/>
                </a:lnTo>
                <a:lnTo>
                  <a:pt x="678558" y="307135"/>
                </a:lnTo>
                <a:lnTo>
                  <a:pt x="681929" y="360386"/>
                </a:lnTo>
                <a:lnTo>
                  <a:pt x="678553" y="413637"/>
                </a:lnTo>
                <a:lnTo>
                  <a:pt x="668752" y="464462"/>
                </a:lnTo>
                <a:lnTo>
                  <a:pt x="653008" y="512302"/>
                </a:lnTo>
                <a:lnTo>
                  <a:pt x="631801" y="556601"/>
                </a:lnTo>
                <a:lnTo>
                  <a:pt x="605612" y="596802"/>
                </a:lnTo>
                <a:lnTo>
                  <a:pt x="574923" y="632347"/>
                </a:lnTo>
                <a:lnTo>
                  <a:pt x="540215" y="662679"/>
                </a:lnTo>
                <a:lnTo>
                  <a:pt x="501970" y="687240"/>
                </a:lnTo>
                <a:lnTo>
                  <a:pt x="460669" y="705473"/>
                </a:lnTo>
                <a:lnTo>
                  <a:pt x="416793" y="716823"/>
                </a:lnTo>
                <a:lnTo>
                  <a:pt x="370821" y="720730"/>
                </a:lnTo>
                <a:lnTo>
                  <a:pt x="311114" y="720730"/>
                </a:lnTo>
                <a:lnTo>
                  <a:pt x="265142" y="716825"/>
                </a:lnTo>
                <a:lnTo>
                  <a:pt x="221264" y="705480"/>
                </a:lnTo>
                <a:lnTo>
                  <a:pt x="179960" y="687248"/>
                </a:lnTo>
                <a:lnTo>
                  <a:pt x="141712" y="662688"/>
                </a:lnTo>
                <a:lnTo>
                  <a:pt x="107002" y="632356"/>
                </a:lnTo>
                <a:lnTo>
                  <a:pt x="76312" y="596810"/>
                </a:lnTo>
                <a:lnTo>
                  <a:pt x="50123" y="556607"/>
                </a:lnTo>
                <a:lnTo>
                  <a:pt x="28917" y="512306"/>
                </a:lnTo>
                <a:lnTo>
                  <a:pt x="13174" y="464464"/>
                </a:lnTo>
                <a:lnTo>
                  <a:pt x="3375" y="413638"/>
                </a:lnTo>
                <a:lnTo>
                  <a:pt x="0" y="360386"/>
                </a:lnTo>
                <a:lnTo>
                  <a:pt x="3370" y="307134"/>
                </a:lnTo>
                <a:lnTo>
                  <a:pt x="13166" y="256308"/>
                </a:lnTo>
                <a:lnTo>
                  <a:pt x="28907" y="208463"/>
                </a:lnTo>
                <a:lnTo>
                  <a:pt x="50111" y="164159"/>
                </a:lnTo>
                <a:lnTo>
                  <a:pt x="76298" y="123952"/>
                </a:lnTo>
                <a:lnTo>
                  <a:pt x="106986" y="88401"/>
                </a:lnTo>
                <a:lnTo>
                  <a:pt x="141696" y="58062"/>
                </a:lnTo>
                <a:lnTo>
                  <a:pt x="179945" y="33495"/>
                </a:lnTo>
                <a:lnTo>
                  <a:pt x="221252" y="15258"/>
                </a:lnTo>
                <a:lnTo>
                  <a:pt x="265136" y="3907"/>
                </a:lnTo>
                <a:lnTo>
                  <a:pt x="311112" y="0"/>
                </a:lnTo>
                <a:lnTo>
                  <a:pt x="370821" y="0"/>
                </a:lnTo>
              </a:path>
            </a:pathLst>
          </a:custGeom>
          <a:ln w="19050">
            <a:solidFill>
              <a:srgbClr val="A6182E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3" name="object 1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80440" y="4412162"/>
            <a:ext cx="8343899" cy="3848099"/>
          </a:xfrm>
          <a:prstGeom prst="rect">
            <a:avLst/>
          </a:prstGeom>
        </p:spPr>
      </p:pic>
      <p:pic>
        <p:nvPicPr>
          <p:cNvPr id="14" name="object 1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227122" y="7406426"/>
            <a:ext cx="133350" cy="133350"/>
          </a:xfrm>
          <a:prstGeom prst="rect">
            <a:avLst/>
          </a:prstGeom>
        </p:spPr>
      </p:pic>
      <p:sp>
        <p:nvSpPr>
          <p:cNvPr id="15" name="object 15"/>
          <p:cNvSpPr txBox="1"/>
          <p:nvPr/>
        </p:nvSpPr>
        <p:spPr>
          <a:xfrm>
            <a:off x="10132120" y="6376105"/>
            <a:ext cx="6447155" cy="253873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521334" algn="l"/>
              </a:tabLst>
            </a:pPr>
            <a:r>
              <a:rPr sz="3000" spc="-50" dirty="0">
                <a:latin typeface="Lucida Sans"/>
                <a:cs typeface="Lucida Sans"/>
              </a:rPr>
              <a:t>2</a:t>
            </a:r>
            <a:r>
              <a:rPr sz="3000" dirty="0">
                <a:latin typeface="Lucida Sans"/>
                <a:cs typeface="Lucida Sans"/>
              </a:rPr>
              <a:t>	</a:t>
            </a:r>
            <a:r>
              <a:rPr sz="3000" spc="-85" dirty="0">
                <a:solidFill>
                  <a:srgbClr val="A6182E"/>
                </a:solidFill>
                <a:latin typeface="Arial Black"/>
                <a:cs typeface="Arial Black"/>
              </a:rPr>
              <a:t>getDoc()</a:t>
            </a:r>
            <a:endParaRPr sz="3000">
              <a:latin typeface="Arial Black"/>
              <a:cs typeface="Arial Black"/>
            </a:endParaRPr>
          </a:p>
          <a:p>
            <a:pPr marL="427990" marR="5080">
              <a:lnSpc>
                <a:spcPct val="133300"/>
              </a:lnSpc>
              <a:spcBef>
                <a:spcPts val="1785"/>
              </a:spcBef>
            </a:pPr>
            <a:r>
              <a:rPr sz="3000" dirty="0">
                <a:latin typeface="Lucida Sans"/>
                <a:cs typeface="Lucida Sans"/>
              </a:rPr>
              <a:t>the</a:t>
            </a:r>
            <a:r>
              <a:rPr sz="3000" spc="-160" dirty="0">
                <a:latin typeface="Lucida Sans"/>
                <a:cs typeface="Lucida Sans"/>
              </a:rPr>
              <a:t> </a:t>
            </a:r>
            <a:r>
              <a:rPr sz="3000" spc="-70" dirty="0">
                <a:latin typeface="Lucida Sans"/>
                <a:cs typeface="Lucida Sans"/>
              </a:rPr>
              <a:t>getDoc()</a:t>
            </a:r>
            <a:r>
              <a:rPr sz="3000" spc="-160" dirty="0">
                <a:latin typeface="Lucida Sans"/>
                <a:cs typeface="Lucida Sans"/>
              </a:rPr>
              <a:t> </a:t>
            </a:r>
            <a:r>
              <a:rPr sz="3000" spc="-30" dirty="0">
                <a:latin typeface="Lucida Sans"/>
                <a:cs typeface="Lucida Sans"/>
              </a:rPr>
              <a:t>function</a:t>
            </a:r>
            <a:r>
              <a:rPr sz="3000" spc="-155" dirty="0">
                <a:latin typeface="Lucida Sans"/>
                <a:cs typeface="Lucida Sans"/>
              </a:rPr>
              <a:t> </a:t>
            </a:r>
            <a:r>
              <a:rPr sz="3000" spc="-90" dirty="0">
                <a:latin typeface="Lucida Sans"/>
                <a:cs typeface="Lucida Sans"/>
              </a:rPr>
              <a:t>is</a:t>
            </a:r>
            <a:r>
              <a:rPr sz="3000" spc="-160" dirty="0">
                <a:latin typeface="Lucida Sans"/>
                <a:cs typeface="Lucida Sans"/>
              </a:rPr>
              <a:t> </a:t>
            </a:r>
            <a:r>
              <a:rPr sz="3000" spc="-25" dirty="0">
                <a:latin typeface="Lucida Sans"/>
                <a:cs typeface="Lucida Sans"/>
              </a:rPr>
              <a:t>called</a:t>
            </a:r>
            <a:r>
              <a:rPr sz="3000" spc="-155" dirty="0">
                <a:latin typeface="Lucida Sans"/>
                <a:cs typeface="Lucida Sans"/>
              </a:rPr>
              <a:t> </a:t>
            </a:r>
            <a:r>
              <a:rPr sz="3000" spc="-25" dirty="0">
                <a:latin typeface="Lucida Sans"/>
                <a:cs typeface="Lucida Sans"/>
              </a:rPr>
              <a:t>to </a:t>
            </a:r>
            <a:r>
              <a:rPr sz="3000" spc="-55" dirty="0">
                <a:latin typeface="Lucida Sans"/>
                <a:cs typeface="Lucida Sans"/>
              </a:rPr>
              <a:t>check</a:t>
            </a:r>
            <a:r>
              <a:rPr sz="3000" spc="-140" dirty="0">
                <a:latin typeface="Lucida Sans"/>
                <a:cs typeface="Lucida Sans"/>
              </a:rPr>
              <a:t> </a:t>
            </a:r>
            <a:r>
              <a:rPr sz="3000" dirty="0">
                <a:latin typeface="Lucida Sans"/>
                <a:cs typeface="Lucida Sans"/>
              </a:rPr>
              <a:t>whether</a:t>
            </a:r>
            <a:r>
              <a:rPr sz="3000" spc="-140" dirty="0">
                <a:latin typeface="Lucida Sans"/>
                <a:cs typeface="Lucida Sans"/>
              </a:rPr>
              <a:t> </a:t>
            </a:r>
            <a:r>
              <a:rPr sz="3000" spc="-20" dirty="0">
                <a:latin typeface="Lucida Sans"/>
                <a:cs typeface="Lucida Sans"/>
              </a:rPr>
              <a:t>it</a:t>
            </a:r>
            <a:r>
              <a:rPr sz="3000" spc="-140" dirty="0">
                <a:latin typeface="Lucida Sans"/>
                <a:cs typeface="Lucida Sans"/>
              </a:rPr>
              <a:t> </a:t>
            </a:r>
            <a:r>
              <a:rPr sz="3000" dirty="0">
                <a:latin typeface="Lucida Sans"/>
                <a:cs typeface="Lucida Sans"/>
              </a:rPr>
              <a:t>already</a:t>
            </a:r>
            <a:r>
              <a:rPr sz="3000" spc="-140" dirty="0">
                <a:latin typeface="Lucida Sans"/>
                <a:cs typeface="Lucida Sans"/>
              </a:rPr>
              <a:t> </a:t>
            </a:r>
            <a:r>
              <a:rPr sz="3000" spc="-80" dirty="0">
                <a:latin typeface="Lucida Sans"/>
                <a:cs typeface="Lucida Sans"/>
              </a:rPr>
              <a:t>exists</a:t>
            </a:r>
            <a:r>
              <a:rPr sz="3000" spc="-140" dirty="0">
                <a:latin typeface="Lucida Sans"/>
                <a:cs typeface="Lucida Sans"/>
              </a:rPr>
              <a:t> </a:t>
            </a:r>
            <a:r>
              <a:rPr sz="3000" spc="-25" dirty="0">
                <a:latin typeface="Lucida Sans"/>
                <a:cs typeface="Lucida Sans"/>
              </a:rPr>
              <a:t>in </a:t>
            </a:r>
            <a:r>
              <a:rPr sz="3000" dirty="0">
                <a:latin typeface="Lucida Sans"/>
                <a:cs typeface="Lucida Sans"/>
              </a:rPr>
              <a:t>the</a:t>
            </a:r>
            <a:r>
              <a:rPr sz="3000" spc="-185" dirty="0">
                <a:latin typeface="Lucida Sans"/>
                <a:cs typeface="Lucida Sans"/>
              </a:rPr>
              <a:t> </a:t>
            </a:r>
            <a:r>
              <a:rPr sz="3000" spc="-10" dirty="0">
                <a:latin typeface="Lucida Sans"/>
                <a:cs typeface="Lucida Sans"/>
              </a:rPr>
              <a:t>user's</a:t>
            </a:r>
            <a:r>
              <a:rPr sz="3000" spc="-180" dirty="0">
                <a:latin typeface="Lucida Sans"/>
                <a:cs typeface="Lucida Sans"/>
              </a:rPr>
              <a:t> </a:t>
            </a:r>
            <a:r>
              <a:rPr sz="3000" spc="-10" dirty="0">
                <a:latin typeface="Lucida Sans"/>
                <a:cs typeface="Lucida Sans"/>
              </a:rPr>
              <a:t>shortlist</a:t>
            </a:r>
            <a:endParaRPr sz="3000">
              <a:latin typeface="Lucida Sans"/>
              <a:cs typeface="Lucida Sans"/>
            </a:endParaRPr>
          </a:p>
        </p:txBody>
      </p:sp>
      <p:pic>
        <p:nvPicPr>
          <p:cNvPr id="16" name="object 16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0227122" y="2505766"/>
            <a:ext cx="133350" cy="133350"/>
          </a:xfrm>
          <a:prstGeom prst="rect">
            <a:avLst/>
          </a:prstGeom>
        </p:spPr>
      </p:pic>
      <p:pic>
        <p:nvPicPr>
          <p:cNvPr id="17" name="object 1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227122" y="3115366"/>
            <a:ext cx="133350" cy="133350"/>
          </a:xfrm>
          <a:prstGeom prst="rect">
            <a:avLst/>
          </a:prstGeom>
        </p:spPr>
      </p:pic>
      <p:pic>
        <p:nvPicPr>
          <p:cNvPr id="18" name="object 18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10227122" y="4334566"/>
            <a:ext cx="133350" cy="133350"/>
          </a:xfrm>
          <a:prstGeom prst="rect">
            <a:avLst/>
          </a:prstGeom>
        </p:spPr>
      </p:pic>
      <p:pic>
        <p:nvPicPr>
          <p:cNvPr id="19" name="object 19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10227122" y="5553766"/>
            <a:ext cx="133350" cy="133350"/>
          </a:xfrm>
          <a:prstGeom prst="rect">
            <a:avLst/>
          </a:prstGeom>
        </p:spPr>
      </p:pic>
      <p:sp>
        <p:nvSpPr>
          <p:cNvPr id="20" name="object 20"/>
          <p:cNvSpPr txBox="1"/>
          <p:nvPr/>
        </p:nvSpPr>
        <p:spPr>
          <a:xfrm>
            <a:off x="10547797" y="1446508"/>
            <a:ext cx="7152005" cy="43967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40970">
              <a:lnSpc>
                <a:spcPct val="100000"/>
              </a:lnSpc>
              <a:spcBef>
                <a:spcPts val="100"/>
              </a:spcBef>
            </a:pPr>
            <a:r>
              <a:rPr sz="3000" spc="-90" dirty="0">
                <a:solidFill>
                  <a:srgbClr val="A6182E"/>
                </a:solidFill>
                <a:latin typeface="Arial Black"/>
                <a:cs typeface="Arial Black"/>
              </a:rPr>
              <a:t>setDoc()</a:t>
            </a:r>
            <a:endParaRPr sz="3000">
              <a:latin typeface="Arial Black"/>
              <a:cs typeface="Arial Black"/>
            </a:endParaRPr>
          </a:p>
          <a:p>
            <a:pPr marL="12700">
              <a:lnSpc>
                <a:spcPct val="100000"/>
              </a:lnSpc>
              <a:spcBef>
                <a:spcPts val="3215"/>
              </a:spcBef>
            </a:pPr>
            <a:r>
              <a:rPr sz="3000" dirty="0">
                <a:latin typeface="Lucida Sans"/>
                <a:cs typeface="Lucida Sans"/>
              </a:rPr>
              <a:t>User</a:t>
            </a:r>
            <a:r>
              <a:rPr sz="3000" spc="-145" dirty="0">
                <a:latin typeface="Lucida Sans"/>
                <a:cs typeface="Lucida Sans"/>
              </a:rPr>
              <a:t> </a:t>
            </a:r>
            <a:r>
              <a:rPr sz="3000" spc="-90" dirty="0">
                <a:latin typeface="Lucida Sans"/>
                <a:cs typeface="Lucida Sans"/>
              </a:rPr>
              <a:t>clicks</a:t>
            </a:r>
            <a:r>
              <a:rPr sz="3000" spc="-145" dirty="0">
                <a:latin typeface="Lucida Sans"/>
                <a:cs typeface="Lucida Sans"/>
              </a:rPr>
              <a:t> </a:t>
            </a:r>
            <a:r>
              <a:rPr sz="3000" dirty="0">
                <a:latin typeface="Lucida Sans"/>
                <a:cs typeface="Lucida Sans"/>
              </a:rPr>
              <a:t>the</a:t>
            </a:r>
            <a:r>
              <a:rPr sz="3000" spc="-145" dirty="0">
                <a:latin typeface="Lucida Sans"/>
                <a:cs typeface="Lucida Sans"/>
              </a:rPr>
              <a:t> </a:t>
            </a:r>
            <a:r>
              <a:rPr sz="3000" spc="-25" dirty="0">
                <a:latin typeface="Lucida Sans"/>
                <a:cs typeface="Lucida Sans"/>
              </a:rPr>
              <a:t>Shortlist</a:t>
            </a:r>
            <a:r>
              <a:rPr sz="3000" spc="-145" dirty="0">
                <a:latin typeface="Lucida Sans"/>
                <a:cs typeface="Lucida Sans"/>
              </a:rPr>
              <a:t> </a:t>
            </a:r>
            <a:r>
              <a:rPr sz="3000" spc="-10" dirty="0">
                <a:latin typeface="Lucida Sans"/>
                <a:cs typeface="Lucida Sans"/>
              </a:rPr>
              <a:t>button</a:t>
            </a:r>
            <a:endParaRPr sz="3000">
              <a:latin typeface="Lucida Sans"/>
              <a:cs typeface="Lucida Sans"/>
            </a:endParaRPr>
          </a:p>
          <a:p>
            <a:pPr marL="12700" marR="5080">
              <a:lnSpc>
                <a:spcPct val="133300"/>
              </a:lnSpc>
            </a:pPr>
            <a:r>
              <a:rPr sz="3000" dirty="0">
                <a:latin typeface="Lucida Sans"/>
                <a:cs typeface="Lucida Sans"/>
              </a:rPr>
              <a:t>the</a:t>
            </a:r>
            <a:r>
              <a:rPr sz="3000" spc="-165" dirty="0">
                <a:latin typeface="Lucida Sans"/>
                <a:cs typeface="Lucida Sans"/>
              </a:rPr>
              <a:t> </a:t>
            </a:r>
            <a:r>
              <a:rPr sz="3000" spc="-45" dirty="0">
                <a:latin typeface="Lucida Sans"/>
                <a:cs typeface="Lucida Sans"/>
              </a:rPr>
              <a:t>setDoc()</a:t>
            </a:r>
            <a:r>
              <a:rPr sz="3000" spc="-165" dirty="0">
                <a:latin typeface="Lucida Sans"/>
                <a:cs typeface="Lucida Sans"/>
              </a:rPr>
              <a:t> </a:t>
            </a:r>
            <a:r>
              <a:rPr sz="3000" spc="-30" dirty="0">
                <a:latin typeface="Lucida Sans"/>
                <a:cs typeface="Lucida Sans"/>
              </a:rPr>
              <a:t>function</a:t>
            </a:r>
            <a:r>
              <a:rPr sz="3000" spc="-165" dirty="0">
                <a:latin typeface="Lucida Sans"/>
                <a:cs typeface="Lucida Sans"/>
              </a:rPr>
              <a:t> </a:t>
            </a:r>
            <a:r>
              <a:rPr sz="3000" spc="-90" dirty="0">
                <a:latin typeface="Lucida Sans"/>
                <a:cs typeface="Lucida Sans"/>
              </a:rPr>
              <a:t>is</a:t>
            </a:r>
            <a:r>
              <a:rPr sz="3000" spc="-165" dirty="0">
                <a:latin typeface="Lucida Sans"/>
                <a:cs typeface="Lucida Sans"/>
              </a:rPr>
              <a:t> </a:t>
            </a:r>
            <a:r>
              <a:rPr sz="3000" spc="-25" dirty="0">
                <a:latin typeface="Lucida Sans"/>
                <a:cs typeface="Lucida Sans"/>
              </a:rPr>
              <a:t>called</a:t>
            </a:r>
            <a:r>
              <a:rPr sz="3000" spc="-165" dirty="0">
                <a:latin typeface="Lucida Sans"/>
                <a:cs typeface="Lucida Sans"/>
              </a:rPr>
              <a:t> </a:t>
            </a:r>
            <a:r>
              <a:rPr sz="3000" dirty="0">
                <a:latin typeface="Lucida Sans"/>
                <a:cs typeface="Lucida Sans"/>
              </a:rPr>
              <a:t>to</a:t>
            </a:r>
            <a:r>
              <a:rPr sz="3000" spc="-165" dirty="0">
                <a:latin typeface="Lucida Sans"/>
                <a:cs typeface="Lucida Sans"/>
              </a:rPr>
              <a:t> </a:t>
            </a:r>
            <a:r>
              <a:rPr sz="3000" dirty="0">
                <a:latin typeface="Lucida Sans"/>
                <a:cs typeface="Lucida Sans"/>
              </a:rPr>
              <a:t>write</a:t>
            </a:r>
            <a:r>
              <a:rPr sz="3000" spc="-165" dirty="0">
                <a:latin typeface="Lucida Sans"/>
                <a:cs typeface="Lucida Sans"/>
              </a:rPr>
              <a:t> </a:t>
            </a:r>
            <a:r>
              <a:rPr sz="3000" spc="-50" dirty="0">
                <a:latin typeface="Lucida Sans"/>
                <a:cs typeface="Lucida Sans"/>
              </a:rPr>
              <a:t>a </a:t>
            </a:r>
            <a:r>
              <a:rPr sz="3000" spc="-10" dirty="0">
                <a:latin typeface="Lucida Sans"/>
                <a:cs typeface="Lucida Sans"/>
              </a:rPr>
              <a:t>document</a:t>
            </a:r>
            <a:endParaRPr sz="3000">
              <a:latin typeface="Lucida Sans"/>
              <a:cs typeface="Lucida Sans"/>
            </a:endParaRPr>
          </a:p>
          <a:p>
            <a:pPr marL="12700" marR="127000">
              <a:lnSpc>
                <a:spcPct val="133300"/>
              </a:lnSpc>
            </a:pPr>
            <a:r>
              <a:rPr sz="3000" spc="-10" dirty="0">
                <a:latin typeface="Lucida Sans"/>
                <a:cs typeface="Lucida Sans"/>
              </a:rPr>
              <a:t>Firestore</a:t>
            </a:r>
            <a:r>
              <a:rPr sz="3000" spc="-175" dirty="0">
                <a:latin typeface="Lucida Sans"/>
                <a:cs typeface="Lucida Sans"/>
              </a:rPr>
              <a:t> </a:t>
            </a:r>
            <a:r>
              <a:rPr sz="3000" dirty="0">
                <a:latin typeface="Lucida Sans"/>
                <a:cs typeface="Lucida Sans"/>
              </a:rPr>
              <a:t>at</a:t>
            </a:r>
            <a:r>
              <a:rPr sz="3000" spc="-175" dirty="0">
                <a:latin typeface="Lucida Sans"/>
                <a:cs typeface="Lucida Sans"/>
              </a:rPr>
              <a:t> </a:t>
            </a:r>
            <a:r>
              <a:rPr sz="3000" dirty="0">
                <a:latin typeface="Lucida Sans"/>
                <a:cs typeface="Lucida Sans"/>
              </a:rPr>
              <a:t>the</a:t>
            </a:r>
            <a:r>
              <a:rPr sz="3000" spc="-170" dirty="0">
                <a:latin typeface="Lucida Sans"/>
                <a:cs typeface="Lucida Sans"/>
              </a:rPr>
              <a:t> </a:t>
            </a:r>
            <a:r>
              <a:rPr sz="3000" spc="-20" dirty="0">
                <a:latin typeface="Lucida Sans"/>
                <a:cs typeface="Lucida Sans"/>
              </a:rPr>
              <a:t>path </a:t>
            </a:r>
            <a:r>
              <a:rPr sz="3000" spc="-95" dirty="0">
                <a:latin typeface="Arial Black"/>
                <a:cs typeface="Arial Black"/>
              </a:rPr>
              <a:t>shortlists/{userUID}/items/{listingId} </a:t>
            </a:r>
            <a:r>
              <a:rPr sz="3000" spc="-165" dirty="0">
                <a:latin typeface="Arial Black"/>
                <a:cs typeface="Arial Black"/>
              </a:rPr>
              <a:t>user</a:t>
            </a:r>
            <a:r>
              <a:rPr sz="3000" spc="-220" dirty="0">
                <a:latin typeface="Arial Black"/>
                <a:cs typeface="Arial Black"/>
              </a:rPr>
              <a:t> </a:t>
            </a:r>
            <a:r>
              <a:rPr sz="3000" spc="-180" dirty="0">
                <a:latin typeface="Arial Black"/>
                <a:cs typeface="Arial Black"/>
              </a:rPr>
              <a:t>UID</a:t>
            </a:r>
            <a:r>
              <a:rPr sz="3000" spc="-215" dirty="0">
                <a:latin typeface="Arial Black"/>
                <a:cs typeface="Arial Black"/>
              </a:rPr>
              <a:t> </a:t>
            </a:r>
            <a:r>
              <a:rPr sz="3000" spc="-280" dirty="0">
                <a:latin typeface="Arial Black"/>
                <a:cs typeface="Arial Black"/>
              </a:rPr>
              <a:t>=</a:t>
            </a:r>
            <a:r>
              <a:rPr sz="3000" spc="-215" dirty="0">
                <a:latin typeface="Arial Black"/>
                <a:cs typeface="Arial Black"/>
              </a:rPr>
              <a:t> </a:t>
            </a:r>
            <a:r>
              <a:rPr sz="3000" spc="-95" dirty="0">
                <a:latin typeface="Arial Black"/>
                <a:cs typeface="Arial Black"/>
              </a:rPr>
              <a:t>unique</a:t>
            </a:r>
            <a:r>
              <a:rPr sz="3000" spc="-215" dirty="0">
                <a:latin typeface="Arial Black"/>
                <a:cs typeface="Arial Black"/>
              </a:rPr>
              <a:t> </a:t>
            </a:r>
            <a:r>
              <a:rPr sz="3000" spc="-10" dirty="0">
                <a:latin typeface="Arial Black"/>
                <a:cs typeface="Arial Black"/>
              </a:rPr>
              <a:t>shortlist</a:t>
            </a:r>
            <a:endParaRPr sz="3000">
              <a:latin typeface="Arial Black"/>
              <a:cs typeface="Arial Black"/>
            </a:endParaRPr>
          </a:p>
        </p:txBody>
      </p:sp>
      <p:sp>
        <p:nvSpPr>
          <p:cNvPr id="21" name="object 21"/>
          <p:cNvSpPr/>
          <p:nvPr/>
        </p:nvSpPr>
        <p:spPr>
          <a:xfrm>
            <a:off x="479964" y="3277148"/>
            <a:ext cx="2028825" cy="714375"/>
          </a:xfrm>
          <a:custGeom>
            <a:avLst/>
            <a:gdLst/>
            <a:ahLst/>
            <a:cxnLst/>
            <a:rect l="l" t="t" r="r" b="b"/>
            <a:pathLst>
              <a:path w="2028825" h="714375">
                <a:moveTo>
                  <a:pt x="2028624" y="361900"/>
                </a:moveTo>
                <a:lnTo>
                  <a:pt x="2025608" y="406755"/>
                </a:lnTo>
                <a:lnTo>
                  <a:pt x="2016083" y="453367"/>
                </a:lnTo>
                <a:lnTo>
                  <a:pt x="2000731" y="497565"/>
                </a:lnTo>
                <a:lnTo>
                  <a:pt x="1979977" y="538923"/>
                </a:lnTo>
                <a:lnTo>
                  <a:pt x="1954250" y="577013"/>
                </a:lnTo>
                <a:lnTo>
                  <a:pt x="1923975" y="611409"/>
                </a:lnTo>
                <a:lnTo>
                  <a:pt x="1889579" y="641684"/>
                </a:lnTo>
                <a:lnTo>
                  <a:pt x="1851489" y="667412"/>
                </a:lnTo>
                <a:lnTo>
                  <a:pt x="1810132" y="688165"/>
                </a:lnTo>
                <a:lnTo>
                  <a:pt x="1765935" y="703516"/>
                </a:lnTo>
                <a:lnTo>
                  <a:pt x="1719324" y="713040"/>
                </a:lnTo>
                <a:lnTo>
                  <a:pt x="1699494" y="714374"/>
                </a:lnTo>
              </a:path>
              <a:path w="2028825" h="714375">
                <a:moveTo>
                  <a:pt x="329387" y="714374"/>
                </a:moveTo>
                <a:lnTo>
                  <a:pt x="262942" y="703515"/>
                </a:lnTo>
                <a:lnTo>
                  <a:pt x="218744" y="688163"/>
                </a:lnTo>
                <a:lnTo>
                  <a:pt x="177387" y="667409"/>
                </a:lnTo>
                <a:lnTo>
                  <a:pt x="139298" y="641681"/>
                </a:lnTo>
                <a:lnTo>
                  <a:pt x="104902" y="611406"/>
                </a:lnTo>
                <a:lnTo>
                  <a:pt x="74628" y="577010"/>
                </a:lnTo>
                <a:lnTo>
                  <a:pt x="48901" y="538920"/>
                </a:lnTo>
                <a:lnTo>
                  <a:pt x="28148" y="497563"/>
                </a:lnTo>
                <a:lnTo>
                  <a:pt x="12796" y="453366"/>
                </a:lnTo>
                <a:lnTo>
                  <a:pt x="3271" y="406754"/>
                </a:lnTo>
                <a:lnTo>
                  <a:pt x="0" y="358155"/>
                </a:lnTo>
                <a:lnTo>
                  <a:pt x="3267" y="309555"/>
                </a:lnTo>
                <a:lnTo>
                  <a:pt x="12788" y="262942"/>
                </a:lnTo>
                <a:lnTo>
                  <a:pt x="28139" y="218742"/>
                </a:lnTo>
                <a:lnTo>
                  <a:pt x="48891" y="177383"/>
                </a:lnTo>
                <a:lnTo>
                  <a:pt x="74619" y="139291"/>
                </a:lnTo>
                <a:lnTo>
                  <a:pt x="104895" y="104895"/>
                </a:lnTo>
                <a:lnTo>
                  <a:pt x="139292" y="74620"/>
                </a:lnTo>
                <a:lnTo>
                  <a:pt x="177384" y="48894"/>
                </a:lnTo>
                <a:lnTo>
                  <a:pt x="218743" y="28142"/>
                </a:lnTo>
                <a:lnTo>
                  <a:pt x="262942" y="12792"/>
                </a:lnTo>
                <a:lnTo>
                  <a:pt x="309554" y="3269"/>
                </a:lnTo>
                <a:lnTo>
                  <a:pt x="358154" y="0"/>
                </a:lnTo>
                <a:lnTo>
                  <a:pt x="1670726" y="0"/>
                </a:lnTo>
                <a:lnTo>
                  <a:pt x="1719324" y="3268"/>
                </a:lnTo>
                <a:lnTo>
                  <a:pt x="1765935" y="12791"/>
                </a:lnTo>
                <a:lnTo>
                  <a:pt x="1810134" y="28141"/>
                </a:lnTo>
                <a:lnTo>
                  <a:pt x="1851493" y="48892"/>
                </a:lnTo>
                <a:lnTo>
                  <a:pt x="1889585" y="74618"/>
                </a:lnTo>
                <a:lnTo>
                  <a:pt x="1923983" y="104893"/>
                </a:lnTo>
                <a:lnTo>
                  <a:pt x="1954259" y="139290"/>
                </a:lnTo>
                <a:lnTo>
                  <a:pt x="1979987" y="177382"/>
                </a:lnTo>
                <a:lnTo>
                  <a:pt x="2000740" y="218741"/>
                </a:lnTo>
                <a:lnTo>
                  <a:pt x="2016090" y="262941"/>
                </a:lnTo>
                <a:lnTo>
                  <a:pt x="2025612" y="309555"/>
                </a:lnTo>
                <a:lnTo>
                  <a:pt x="2028622" y="354379"/>
                </a:lnTo>
              </a:path>
            </a:pathLst>
          </a:custGeom>
          <a:ln w="1905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22"/>
          <p:cNvSpPr txBox="1"/>
          <p:nvPr/>
        </p:nvSpPr>
        <p:spPr>
          <a:xfrm>
            <a:off x="555724" y="2423631"/>
            <a:ext cx="8689340" cy="1390015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sz="6600" b="1" spc="675" baseline="3787" dirty="0">
                <a:latin typeface="Trebuchet MS"/>
                <a:cs typeface="Trebuchet MS"/>
              </a:rPr>
              <a:t>MY</a:t>
            </a:r>
            <a:r>
              <a:rPr sz="6600" b="1" spc="-75" baseline="3787" dirty="0">
                <a:latin typeface="Trebuchet MS"/>
                <a:cs typeface="Trebuchet MS"/>
              </a:rPr>
              <a:t> </a:t>
            </a:r>
            <a:r>
              <a:rPr sz="6600" b="1" spc="434" baseline="3787" dirty="0">
                <a:latin typeface="Trebuchet MS"/>
                <a:cs typeface="Trebuchet MS"/>
              </a:rPr>
              <a:t>SHORTLIST</a:t>
            </a:r>
            <a:r>
              <a:rPr sz="6600" b="1" spc="-75" baseline="3787" dirty="0">
                <a:latin typeface="Trebuchet MS"/>
                <a:cs typeface="Trebuchet MS"/>
              </a:rPr>
              <a:t> </a:t>
            </a:r>
            <a:r>
              <a:rPr sz="6600" b="1" spc="1057" baseline="3787" dirty="0">
                <a:latin typeface="Trebuchet MS"/>
                <a:cs typeface="Trebuchet MS"/>
              </a:rPr>
              <a:t>-</a:t>
            </a:r>
            <a:r>
              <a:rPr sz="6600" b="1" spc="-315" baseline="3787" dirty="0">
                <a:latin typeface="Trebuchet MS"/>
                <a:cs typeface="Trebuchet MS"/>
              </a:rPr>
              <a:t> </a:t>
            </a:r>
            <a:r>
              <a:rPr sz="4000" spc="-35" dirty="0">
                <a:latin typeface="Lucida Sans"/>
                <a:cs typeface="Lucida Sans"/>
              </a:rPr>
              <a:t>(marketplace.js)</a:t>
            </a:r>
            <a:endParaRPr sz="4000">
              <a:latin typeface="Lucida Sans"/>
              <a:cs typeface="Lucida Sans"/>
            </a:endParaRPr>
          </a:p>
          <a:p>
            <a:pPr marL="367030">
              <a:lnSpc>
                <a:spcPct val="100000"/>
              </a:lnSpc>
              <a:spcBef>
                <a:spcPts val="2800"/>
              </a:spcBef>
              <a:tabLst>
                <a:tab pos="2203450" algn="l"/>
              </a:tabLst>
            </a:pPr>
            <a:r>
              <a:rPr sz="3300" spc="-15" baseline="1262" dirty="0">
                <a:solidFill>
                  <a:srgbClr val="0F0E0D"/>
                </a:solidFill>
                <a:latin typeface="Lucida Sans"/>
                <a:cs typeface="Lucida Sans"/>
              </a:rPr>
              <a:t>Function</a:t>
            </a:r>
            <a:r>
              <a:rPr sz="3300" baseline="1262" dirty="0">
                <a:solidFill>
                  <a:srgbClr val="0F0E0D"/>
                </a:solidFill>
                <a:latin typeface="Lucida Sans"/>
                <a:cs typeface="Lucida Sans"/>
              </a:rPr>
              <a:t>	</a:t>
            </a:r>
            <a:r>
              <a:rPr sz="2200" spc="-10" dirty="0">
                <a:latin typeface="Lucida Sans"/>
                <a:cs typeface="Lucida Sans"/>
              </a:rPr>
              <a:t>addToShortList</a:t>
            </a:r>
            <a:endParaRPr sz="2200">
              <a:latin typeface="Lucida Sans"/>
              <a:cs typeface="Lucida Sans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9124888" y="4058229"/>
            <a:ext cx="0" cy="5051425"/>
          </a:xfrm>
          <a:custGeom>
            <a:avLst/>
            <a:gdLst/>
            <a:ahLst/>
            <a:cxnLst/>
            <a:rect l="l" t="t" r="r" b="b"/>
            <a:pathLst>
              <a:path h="5051425">
                <a:moveTo>
                  <a:pt x="0" y="0"/>
                </a:moveTo>
                <a:lnTo>
                  <a:pt x="0" y="5050926"/>
                </a:lnTo>
              </a:path>
            </a:pathLst>
          </a:custGeom>
          <a:ln w="38100">
            <a:solidFill>
              <a:srgbClr val="A6182E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1244797" y="2162954"/>
            <a:ext cx="864869" cy="96520"/>
          </a:xfrm>
          <a:custGeom>
            <a:avLst/>
            <a:gdLst/>
            <a:ahLst/>
            <a:cxnLst/>
            <a:rect l="l" t="t" r="r" b="b"/>
            <a:pathLst>
              <a:path w="864869" h="96519">
                <a:moveTo>
                  <a:pt x="816562" y="95911"/>
                </a:moveTo>
                <a:lnTo>
                  <a:pt x="47954" y="95911"/>
                </a:lnTo>
                <a:lnTo>
                  <a:pt x="38554" y="94981"/>
                </a:lnTo>
                <a:lnTo>
                  <a:pt x="3649" y="66306"/>
                </a:lnTo>
                <a:lnTo>
                  <a:pt x="0" y="47954"/>
                </a:lnTo>
                <a:lnTo>
                  <a:pt x="929" y="38554"/>
                </a:lnTo>
                <a:lnTo>
                  <a:pt x="29601" y="3649"/>
                </a:lnTo>
                <a:lnTo>
                  <a:pt x="47954" y="0"/>
                </a:lnTo>
                <a:lnTo>
                  <a:pt x="816562" y="0"/>
                </a:lnTo>
                <a:lnTo>
                  <a:pt x="856460" y="21348"/>
                </a:lnTo>
                <a:lnTo>
                  <a:pt x="864516" y="47954"/>
                </a:lnTo>
                <a:lnTo>
                  <a:pt x="863586" y="57353"/>
                </a:lnTo>
                <a:lnTo>
                  <a:pt x="834912" y="92260"/>
                </a:lnTo>
                <a:lnTo>
                  <a:pt x="816562" y="95911"/>
                </a:lnTo>
                <a:close/>
              </a:path>
            </a:pathLst>
          </a:custGeom>
          <a:solidFill>
            <a:srgbClr val="A6182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2232251" y="2162954"/>
            <a:ext cx="864869" cy="96520"/>
          </a:xfrm>
          <a:custGeom>
            <a:avLst/>
            <a:gdLst/>
            <a:ahLst/>
            <a:cxnLst/>
            <a:rect l="l" t="t" r="r" b="b"/>
            <a:pathLst>
              <a:path w="864869" h="96519">
                <a:moveTo>
                  <a:pt x="816571" y="95911"/>
                </a:moveTo>
                <a:lnTo>
                  <a:pt x="47957" y="95911"/>
                </a:lnTo>
                <a:lnTo>
                  <a:pt x="38557" y="94981"/>
                </a:lnTo>
                <a:lnTo>
                  <a:pt x="3650" y="66306"/>
                </a:lnTo>
                <a:lnTo>
                  <a:pt x="0" y="47954"/>
                </a:lnTo>
                <a:lnTo>
                  <a:pt x="930" y="38554"/>
                </a:lnTo>
                <a:lnTo>
                  <a:pt x="29604" y="3649"/>
                </a:lnTo>
                <a:lnTo>
                  <a:pt x="47957" y="0"/>
                </a:lnTo>
                <a:lnTo>
                  <a:pt x="816571" y="0"/>
                </a:lnTo>
                <a:lnTo>
                  <a:pt x="856454" y="21348"/>
                </a:lnTo>
                <a:lnTo>
                  <a:pt x="864516" y="47954"/>
                </a:lnTo>
                <a:lnTo>
                  <a:pt x="863585" y="57353"/>
                </a:lnTo>
                <a:lnTo>
                  <a:pt x="834912" y="92260"/>
                </a:lnTo>
                <a:lnTo>
                  <a:pt x="816571" y="95911"/>
                </a:lnTo>
                <a:close/>
              </a:path>
            </a:pathLst>
          </a:custGeom>
          <a:solidFill>
            <a:srgbClr val="A6182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5820582" y="1470636"/>
            <a:ext cx="1492885" cy="0"/>
          </a:xfrm>
          <a:custGeom>
            <a:avLst/>
            <a:gdLst/>
            <a:ahLst/>
            <a:cxnLst/>
            <a:rect l="l" t="t" r="r" b="b"/>
            <a:pathLst>
              <a:path w="1492884">
                <a:moveTo>
                  <a:pt x="0" y="0"/>
                </a:moveTo>
                <a:lnTo>
                  <a:pt x="1492300" y="0"/>
                </a:lnTo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9403077" y="3777202"/>
            <a:ext cx="681990" cy="720725"/>
          </a:xfrm>
          <a:custGeom>
            <a:avLst/>
            <a:gdLst/>
            <a:ahLst/>
            <a:cxnLst/>
            <a:rect l="l" t="t" r="r" b="b"/>
            <a:pathLst>
              <a:path w="681990" h="720725">
                <a:moveTo>
                  <a:pt x="370821" y="0"/>
                </a:moveTo>
                <a:lnTo>
                  <a:pt x="416801" y="3909"/>
                </a:lnTo>
                <a:lnTo>
                  <a:pt x="460682" y="15264"/>
                </a:lnTo>
                <a:lnTo>
                  <a:pt x="501987" y="33504"/>
                </a:lnTo>
                <a:lnTo>
                  <a:pt x="540233" y="58072"/>
                </a:lnTo>
                <a:lnTo>
                  <a:pt x="574940" y="88410"/>
                </a:lnTo>
                <a:lnTo>
                  <a:pt x="605627" y="123960"/>
                </a:lnTo>
                <a:lnTo>
                  <a:pt x="631814" y="164165"/>
                </a:lnTo>
                <a:lnTo>
                  <a:pt x="653019" y="208467"/>
                </a:lnTo>
                <a:lnTo>
                  <a:pt x="668760" y="256310"/>
                </a:lnTo>
                <a:lnTo>
                  <a:pt x="678558" y="307135"/>
                </a:lnTo>
                <a:lnTo>
                  <a:pt x="681929" y="360386"/>
                </a:lnTo>
                <a:lnTo>
                  <a:pt x="678553" y="413637"/>
                </a:lnTo>
                <a:lnTo>
                  <a:pt x="668753" y="464461"/>
                </a:lnTo>
                <a:lnTo>
                  <a:pt x="653008" y="512302"/>
                </a:lnTo>
                <a:lnTo>
                  <a:pt x="631801" y="556601"/>
                </a:lnTo>
                <a:lnTo>
                  <a:pt x="605612" y="596802"/>
                </a:lnTo>
                <a:lnTo>
                  <a:pt x="574923" y="632347"/>
                </a:lnTo>
                <a:lnTo>
                  <a:pt x="540215" y="662679"/>
                </a:lnTo>
                <a:lnTo>
                  <a:pt x="501970" y="687240"/>
                </a:lnTo>
                <a:lnTo>
                  <a:pt x="460669" y="705473"/>
                </a:lnTo>
                <a:lnTo>
                  <a:pt x="416793" y="716823"/>
                </a:lnTo>
                <a:lnTo>
                  <a:pt x="370821" y="720730"/>
                </a:lnTo>
                <a:lnTo>
                  <a:pt x="311114" y="720730"/>
                </a:lnTo>
                <a:lnTo>
                  <a:pt x="265142" y="716825"/>
                </a:lnTo>
                <a:lnTo>
                  <a:pt x="221264" y="705480"/>
                </a:lnTo>
                <a:lnTo>
                  <a:pt x="179960" y="687248"/>
                </a:lnTo>
                <a:lnTo>
                  <a:pt x="141712" y="662688"/>
                </a:lnTo>
                <a:lnTo>
                  <a:pt x="107002" y="632356"/>
                </a:lnTo>
                <a:lnTo>
                  <a:pt x="76312" y="596810"/>
                </a:lnTo>
                <a:lnTo>
                  <a:pt x="50123" y="556607"/>
                </a:lnTo>
                <a:lnTo>
                  <a:pt x="28917" y="512306"/>
                </a:lnTo>
                <a:lnTo>
                  <a:pt x="13174" y="464463"/>
                </a:lnTo>
                <a:lnTo>
                  <a:pt x="3375" y="413638"/>
                </a:lnTo>
                <a:lnTo>
                  <a:pt x="0" y="360386"/>
                </a:lnTo>
                <a:lnTo>
                  <a:pt x="3370" y="307134"/>
                </a:lnTo>
                <a:lnTo>
                  <a:pt x="13166" y="256308"/>
                </a:lnTo>
                <a:lnTo>
                  <a:pt x="28907" y="208463"/>
                </a:lnTo>
                <a:lnTo>
                  <a:pt x="50111" y="164159"/>
                </a:lnTo>
                <a:lnTo>
                  <a:pt x="76298" y="123952"/>
                </a:lnTo>
                <a:lnTo>
                  <a:pt x="106986" y="88401"/>
                </a:lnTo>
                <a:lnTo>
                  <a:pt x="141696" y="58062"/>
                </a:lnTo>
                <a:lnTo>
                  <a:pt x="179945" y="33495"/>
                </a:lnTo>
                <a:lnTo>
                  <a:pt x="221252" y="15258"/>
                </a:lnTo>
                <a:lnTo>
                  <a:pt x="265136" y="3907"/>
                </a:lnTo>
                <a:lnTo>
                  <a:pt x="311112" y="0"/>
                </a:lnTo>
                <a:lnTo>
                  <a:pt x="370821" y="0"/>
                </a:lnTo>
              </a:path>
            </a:pathLst>
          </a:custGeom>
          <a:ln w="19050">
            <a:solidFill>
              <a:srgbClr val="A6182E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9622403" y="3888328"/>
            <a:ext cx="243840" cy="4826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000" spc="-130" dirty="0">
                <a:latin typeface="Lucida Sans"/>
                <a:cs typeface="Lucida Sans"/>
              </a:rPr>
              <a:t>3</a:t>
            </a:r>
            <a:endParaRPr sz="3000">
              <a:latin typeface="Lucida Sans"/>
              <a:cs typeface="Lucida Sans"/>
            </a:endParaRPr>
          </a:p>
        </p:txBody>
      </p:sp>
      <p:pic>
        <p:nvPicPr>
          <p:cNvPr id="8" name="object 8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28700" y="3745503"/>
            <a:ext cx="7477109" cy="5810249"/>
          </a:xfrm>
          <a:prstGeom prst="rect">
            <a:avLst/>
          </a:prstGeom>
        </p:spPr>
      </p:pic>
      <p:sp>
        <p:nvSpPr>
          <p:cNvPr id="9" name="object 9"/>
          <p:cNvSpPr txBox="1"/>
          <p:nvPr/>
        </p:nvSpPr>
        <p:spPr>
          <a:xfrm>
            <a:off x="2708587" y="1006536"/>
            <a:ext cx="2816225" cy="330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1642110" algn="l"/>
              </a:tabLst>
            </a:pPr>
            <a:r>
              <a:rPr sz="2000" spc="-10" dirty="0">
                <a:latin typeface="Lucida Sans"/>
                <a:cs typeface="Lucida Sans"/>
              </a:rPr>
              <a:t>Marketplace</a:t>
            </a:r>
            <a:r>
              <a:rPr sz="2000" dirty="0">
                <a:latin typeface="Lucida Sans"/>
                <a:cs typeface="Lucida Sans"/>
              </a:rPr>
              <a:t>	</a:t>
            </a:r>
            <a:r>
              <a:rPr sz="2000" spc="55" dirty="0">
                <a:latin typeface="Lucida Sans"/>
                <a:cs typeface="Lucida Sans"/>
              </a:rPr>
              <a:t>&amp;</a:t>
            </a:r>
            <a:r>
              <a:rPr sz="2000" spc="-114" dirty="0">
                <a:latin typeface="Lucida Sans"/>
                <a:cs typeface="Lucida Sans"/>
              </a:rPr>
              <a:t> </a:t>
            </a:r>
            <a:r>
              <a:rPr sz="2000" spc="-45" dirty="0">
                <a:latin typeface="Lucida Sans"/>
                <a:cs typeface="Lucida Sans"/>
              </a:rPr>
              <a:t>Listings</a:t>
            </a:r>
            <a:endParaRPr sz="2000">
              <a:latin typeface="Lucida Sans"/>
              <a:cs typeface="Lucida Sans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1478466" y="1006536"/>
            <a:ext cx="680085" cy="330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spc="-35" dirty="0">
                <a:solidFill>
                  <a:srgbClr val="0F0E0D"/>
                </a:solidFill>
                <a:latin typeface="Lucida Sans"/>
                <a:cs typeface="Lucida Sans"/>
              </a:rPr>
              <a:t>Login</a:t>
            </a:r>
            <a:endParaRPr sz="2000">
              <a:latin typeface="Lucida Sans"/>
              <a:cs typeface="Lucida Sans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7752523" y="1006536"/>
            <a:ext cx="748665" cy="330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spc="-30" dirty="0">
                <a:latin typeface="Lucida Sans"/>
                <a:cs typeface="Lucida Sans"/>
              </a:rPr>
              <a:t>Figma</a:t>
            </a:r>
            <a:endParaRPr sz="2000">
              <a:latin typeface="Lucida Sans"/>
              <a:cs typeface="Lucida Sans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5798300" y="1006536"/>
            <a:ext cx="1461135" cy="330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dirty="0">
                <a:latin typeface="Lucida Sans"/>
                <a:cs typeface="Lucida Sans"/>
              </a:rPr>
              <a:t>My</a:t>
            </a:r>
            <a:r>
              <a:rPr sz="2000" spc="-55" dirty="0">
                <a:latin typeface="Lucida Sans"/>
                <a:cs typeface="Lucida Sans"/>
              </a:rPr>
              <a:t> </a:t>
            </a:r>
            <a:r>
              <a:rPr sz="2000" spc="-10" dirty="0">
                <a:latin typeface="Lucida Sans"/>
                <a:cs typeface="Lucida Sans"/>
              </a:rPr>
              <a:t>Shortlist</a:t>
            </a:r>
            <a:endParaRPr sz="2000">
              <a:latin typeface="Lucida Sans"/>
              <a:cs typeface="Lucida Sans"/>
            </a:endParaRPr>
          </a:p>
        </p:txBody>
      </p:sp>
      <p:pic>
        <p:nvPicPr>
          <p:cNvPr id="13" name="object 1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9836398" y="4793650"/>
            <a:ext cx="133350" cy="133350"/>
          </a:xfrm>
          <a:prstGeom prst="rect">
            <a:avLst/>
          </a:prstGeom>
        </p:spPr>
      </p:pic>
      <p:pic>
        <p:nvPicPr>
          <p:cNvPr id="14" name="object 14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9836398" y="5403250"/>
            <a:ext cx="133350" cy="133350"/>
          </a:xfrm>
          <a:prstGeom prst="rect">
            <a:avLst/>
          </a:prstGeom>
        </p:spPr>
      </p:pic>
      <p:pic>
        <p:nvPicPr>
          <p:cNvPr id="15" name="object 15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9836398" y="7232050"/>
            <a:ext cx="133350" cy="133350"/>
          </a:xfrm>
          <a:prstGeom prst="rect">
            <a:avLst/>
          </a:prstGeom>
        </p:spPr>
      </p:pic>
      <p:pic>
        <p:nvPicPr>
          <p:cNvPr id="16" name="object 16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9836398" y="7841650"/>
            <a:ext cx="133350" cy="133350"/>
          </a:xfrm>
          <a:prstGeom prst="rect">
            <a:avLst/>
          </a:prstGeom>
        </p:spPr>
      </p:pic>
      <p:sp>
        <p:nvSpPr>
          <p:cNvPr id="17" name="object 17"/>
          <p:cNvSpPr txBox="1"/>
          <p:nvPr/>
        </p:nvSpPr>
        <p:spPr>
          <a:xfrm>
            <a:off x="10157073" y="3686276"/>
            <a:ext cx="7494270" cy="4444365"/>
          </a:xfrm>
          <a:prstGeom prst="rect">
            <a:avLst/>
          </a:prstGeom>
        </p:spPr>
        <p:txBody>
          <a:bodyPr vert="horz" wrap="square" lIns="0" tIns="240665" rIns="0" bIns="0" rtlCol="0">
            <a:spAutoFit/>
          </a:bodyPr>
          <a:lstStyle/>
          <a:p>
            <a:pPr marL="74930">
              <a:lnSpc>
                <a:spcPct val="100000"/>
              </a:lnSpc>
              <a:spcBef>
                <a:spcPts val="1895"/>
              </a:spcBef>
            </a:pPr>
            <a:r>
              <a:rPr sz="3000" spc="-80" dirty="0">
                <a:solidFill>
                  <a:srgbClr val="A6182E"/>
                </a:solidFill>
                <a:latin typeface="Arial Black"/>
                <a:cs typeface="Arial Black"/>
              </a:rPr>
              <a:t>loadShortlist()</a:t>
            </a:r>
            <a:endParaRPr sz="3000">
              <a:latin typeface="Arial Black"/>
              <a:cs typeface="Arial Black"/>
            </a:endParaRPr>
          </a:p>
          <a:p>
            <a:pPr marL="12700">
              <a:lnSpc>
                <a:spcPct val="100000"/>
              </a:lnSpc>
              <a:spcBef>
                <a:spcPts val="1800"/>
              </a:spcBef>
            </a:pPr>
            <a:r>
              <a:rPr sz="3000" dirty="0">
                <a:latin typeface="Lucida Sans"/>
                <a:cs typeface="Lucida Sans"/>
              </a:rPr>
              <a:t>User</a:t>
            </a:r>
            <a:r>
              <a:rPr sz="3000" spc="-165" dirty="0">
                <a:latin typeface="Lucida Sans"/>
                <a:cs typeface="Lucida Sans"/>
              </a:rPr>
              <a:t> </a:t>
            </a:r>
            <a:r>
              <a:rPr sz="3000" spc="-30" dirty="0">
                <a:latin typeface="Lucida Sans"/>
                <a:cs typeface="Lucida Sans"/>
              </a:rPr>
              <a:t>opens</a:t>
            </a:r>
            <a:r>
              <a:rPr sz="3000" spc="-165" dirty="0">
                <a:latin typeface="Lucida Sans"/>
                <a:cs typeface="Lucida Sans"/>
              </a:rPr>
              <a:t> </a:t>
            </a:r>
            <a:r>
              <a:rPr sz="3000" dirty="0">
                <a:latin typeface="Lucida Sans"/>
                <a:cs typeface="Lucida Sans"/>
              </a:rPr>
              <a:t>the</a:t>
            </a:r>
            <a:r>
              <a:rPr sz="3000" spc="-165" dirty="0">
                <a:latin typeface="Lucida Sans"/>
                <a:cs typeface="Lucida Sans"/>
              </a:rPr>
              <a:t> </a:t>
            </a:r>
            <a:r>
              <a:rPr sz="3000" spc="60" dirty="0">
                <a:latin typeface="Lucida Sans"/>
                <a:cs typeface="Lucida Sans"/>
              </a:rPr>
              <a:t>My</a:t>
            </a:r>
            <a:r>
              <a:rPr sz="3000" spc="-165" dirty="0">
                <a:latin typeface="Lucida Sans"/>
                <a:cs typeface="Lucida Sans"/>
              </a:rPr>
              <a:t> </a:t>
            </a:r>
            <a:r>
              <a:rPr sz="3000" spc="-25" dirty="0">
                <a:latin typeface="Lucida Sans"/>
                <a:cs typeface="Lucida Sans"/>
              </a:rPr>
              <a:t>Shortlist</a:t>
            </a:r>
            <a:r>
              <a:rPr sz="3000" spc="-165" dirty="0">
                <a:latin typeface="Lucida Sans"/>
                <a:cs typeface="Lucida Sans"/>
              </a:rPr>
              <a:t> </a:t>
            </a:r>
            <a:r>
              <a:rPr sz="3000" spc="-20" dirty="0">
                <a:latin typeface="Lucida Sans"/>
                <a:cs typeface="Lucida Sans"/>
              </a:rPr>
              <a:t>page</a:t>
            </a:r>
            <a:endParaRPr sz="3000">
              <a:latin typeface="Lucida Sans"/>
              <a:cs typeface="Lucida Sans"/>
            </a:endParaRPr>
          </a:p>
          <a:p>
            <a:pPr marL="12700" marR="5080">
              <a:lnSpc>
                <a:spcPct val="133300"/>
              </a:lnSpc>
            </a:pPr>
            <a:r>
              <a:rPr sz="3000" dirty="0">
                <a:latin typeface="Lucida Sans"/>
                <a:cs typeface="Lucida Sans"/>
              </a:rPr>
              <a:t>the</a:t>
            </a:r>
            <a:r>
              <a:rPr sz="3000" spc="-160" dirty="0">
                <a:latin typeface="Lucida Sans"/>
                <a:cs typeface="Lucida Sans"/>
              </a:rPr>
              <a:t> </a:t>
            </a:r>
            <a:r>
              <a:rPr sz="3000" spc="-30" dirty="0">
                <a:latin typeface="Lucida Sans"/>
                <a:cs typeface="Lucida Sans"/>
              </a:rPr>
              <a:t>loadShortlist()</a:t>
            </a:r>
            <a:r>
              <a:rPr sz="3000" spc="-160" dirty="0">
                <a:latin typeface="Lucida Sans"/>
                <a:cs typeface="Lucida Sans"/>
              </a:rPr>
              <a:t> </a:t>
            </a:r>
            <a:r>
              <a:rPr sz="3000" spc="-30" dirty="0">
                <a:latin typeface="Lucida Sans"/>
                <a:cs typeface="Lucida Sans"/>
              </a:rPr>
              <a:t>function</a:t>
            </a:r>
            <a:r>
              <a:rPr sz="3000" spc="-160" dirty="0">
                <a:latin typeface="Lucida Sans"/>
                <a:cs typeface="Lucida Sans"/>
              </a:rPr>
              <a:t> </a:t>
            </a:r>
            <a:r>
              <a:rPr sz="3000" dirty="0">
                <a:latin typeface="Lucida Sans"/>
                <a:cs typeface="Lucida Sans"/>
              </a:rPr>
              <a:t>retrieves</a:t>
            </a:r>
            <a:r>
              <a:rPr sz="3000" spc="-160" dirty="0">
                <a:latin typeface="Lucida Sans"/>
                <a:cs typeface="Lucida Sans"/>
              </a:rPr>
              <a:t> </a:t>
            </a:r>
            <a:r>
              <a:rPr sz="3000" spc="-25" dirty="0">
                <a:latin typeface="Lucida Sans"/>
                <a:cs typeface="Lucida Sans"/>
              </a:rPr>
              <a:t>all </a:t>
            </a:r>
            <a:r>
              <a:rPr sz="3000" spc="-30" dirty="0">
                <a:latin typeface="Lucida Sans"/>
                <a:cs typeface="Lucida Sans"/>
              </a:rPr>
              <a:t>shortlisted</a:t>
            </a:r>
            <a:r>
              <a:rPr sz="3000" spc="-180" dirty="0">
                <a:latin typeface="Lucida Sans"/>
                <a:cs typeface="Lucida Sans"/>
              </a:rPr>
              <a:t> </a:t>
            </a:r>
            <a:r>
              <a:rPr sz="3000" spc="-25" dirty="0">
                <a:latin typeface="Lucida Sans"/>
                <a:cs typeface="Lucida Sans"/>
              </a:rPr>
              <a:t>items</a:t>
            </a:r>
            <a:r>
              <a:rPr sz="3000" spc="-175" dirty="0">
                <a:latin typeface="Lucida Sans"/>
                <a:cs typeface="Lucida Sans"/>
              </a:rPr>
              <a:t> </a:t>
            </a:r>
            <a:r>
              <a:rPr sz="3000" dirty="0">
                <a:latin typeface="Lucida Sans"/>
                <a:cs typeface="Lucida Sans"/>
              </a:rPr>
              <a:t>for</a:t>
            </a:r>
            <a:r>
              <a:rPr sz="3000" spc="-175" dirty="0">
                <a:latin typeface="Lucida Sans"/>
                <a:cs typeface="Lucida Sans"/>
              </a:rPr>
              <a:t> </a:t>
            </a:r>
            <a:r>
              <a:rPr sz="3000" dirty="0">
                <a:latin typeface="Lucida Sans"/>
                <a:cs typeface="Lucida Sans"/>
              </a:rPr>
              <a:t>the</a:t>
            </a:r>
            <a:r>
              <a:rPr sz="3000" spc="-180" dirty="0">
                <a:latin typeface="Lucida Sans"/>
                <a:cs typeface="Lucida Sans"/>
              </a:rPr>
              <a:t> </a:t>
            </a:r>
            <a:r>
              <a:rPr sz="3000" spc="-10" dirty="0">
                <a:latin typeface="Lucida Sans"/>
                <a:cs typeface="Lucida Sans"/>
              </a:rPr>
              <a:t>unique</a:t>
            </a:r>
            <a:r>
              <a:rPr sz="3000" spc="-175" dirty="0">
                <a:latin typeface="Lucida Sans"/>
                <a:cs typeface="Lucida Sans"/>
              </a:rPr>
              <a:t> </a:t>
            </a:r>
            <a:r>
              <a:rPr sz="3000" spc="-70" dirty="0">
                <a:latin typeface="Lucida Sans"/>
                <a:cs typeface="Lucida Sans"/>
              </a:rPr>
              <a:t>signed-</a:t>
            </a:r>
            <a:r>
              <a:rPr sz="3000" spc="-25" dirty="0">
                <a:latin typeface="Lucida Sans"/>
                <a:cs typeface="Lucida Sans"/>
              </a:rPr>
              <a:t>in </a:t>
            </a:r>
            <a:r>
              <a:rPr sz="3000" dirty="0">
                <a:latin typeface="Lucida Sans"/>
                <a:cs typeface="Lucida Sans"/>
              </a:rPr>
              <a:t>user</a:t>
            </a:r>
            <a:r>
              <a:rPr sz="3000" spc="-215" dirty="0">
                <a:latin typeface="Lucida Sans"/>
                <a:cs typeface="Lucida Sans"/>
              </a:rPr>
              <a:t> </a:t>
            </a:r>
            <a:r>
              <a:rPr sz="3000" spc="-10" dirty="0">
                <a:latin typeface="Lucida Sans"/>
                <a:cs typeface="Lucida Sans"/>
              </a:rPr>
              <a:t>from</a:t>
            </a:r>
            <a:r>
              <a:rPr sz="3000" spc="-215" dirty="0">
                <a:latin typeface="Lucida Sans"/>
                <a:cs typeface="Lucida Sans"/>
              </a:rPr>
              <a:t> </a:t>
            </a:r>
            <a:r>
              <a:rPr sz="3000" spc="-10" dirty="0">
                <a:latin typeface="Lucida Sans"/>
                <a:cs typeface="Lucida Sans"/>
              </a:rPr>
              <a:t>Firestore</a:t>
            </a:r>
            <a:r>
              <a:rPr sz="3000" spc="-215" dirty="0">
                <a:latin typeface="Lucida Sans"/>
                <a:cs typeface="Lucida Sans"/>
              </a:rPr>
              <a:t> </a:t>
            </a:r>
            <a:r>
              <a:rPr sz="3000" spc="-10" dirty="0">
                <a:latin typeface="Lucida Sans"/>
                <a:cs typeface="Lucida Sans"/>
              </a:rPr>
              <a:t>collection</a:t>
            </a:r>
            <a:endParaRPr sz="3000">
              <a:latin typeface="Lucida Sans"/>
              <a:cs typeface="Lucida Sans"/>
            </a:endParaRPr>
          </a:p>
          <a:p>
            <a:pPr marL="12700" marR="725170">
              <a:lnSpc>
                <a:spcPct val="133300"/>
              </a:lnSpc>
            </a:pPr>
            <a:r>
              <a:rPr sz="3000" spc="-55" dirty="0">
                <a:latin typeface="Lucida Sans"/>
                <a:cs typeface="Lucida Sans"/>
              </a:rPr>
              <a:t>checks</a:t>
            </a:r>
            <a:r>
              <a:rPr sz="3000" spc="-140" dirty="0">
                <a:latin typeface="Lucida Sans"/>
                <a:cs typeface="Lucida Sans"/>
              </a:rPr>
              <a:t> </a:t>
            </a:r>
            <a:r>
              <a:rPr sz="3000" dirty="0">
                <a:latin typeface="Lucida Sans"/>
                <a:cs typeface="Lucida Sans"/>
              </a:rPr>
              <a:t>whether</a:t>
            </a:r>
            <a:r>
              <a:rPr sz="3000" spc="-135" dirty="0">
                <a:latin typeface="Lucida Sans"/>
                <a:cs typeface="Lucida Sans"/>
              </a:rPr>
              <a:t> </a:t>
            </a:r>
            <a:r>
              <a:rPr sz="3000" dirty="0">
                <a:latin typeface="Lucida Sans"/>
                <a:cs typeface="Lucida Sans"/>
              </a:rPr>
              <a:t>the</a:t>
            </a:r>
            <a:r>
              <a:rPr sz="3000" spc="-140" dirty="0">
                <a:latin typeface="Lucida Sans"/>
                <a:cs typeface="Lucida Sans"/>
              </a:rPr>
              <a:t> </a:t>
            </a:r>
            <a:r>
              <a:rPr sz="3000" spc="-40" dirty="0">
                <a:latin typeface="Lucida Sans"/>
                <a:cs typeface="Lucida Sans"/>
              </a:rPr>
              <a:t>shortlist</a:t>
            </a:r>
            <a:r>
              <a:rPr sz="3000" spc="-135" dirty="0">
                <a:latin typeface="Lucida Sans"/>
                <a:cs typeface="Lucida Sans"/>
              </a:rPr>
              <a:t> </a:t>
            </a:r>
            <a:r>
              <a:rPr sz="3000" spc="-90" dirty="0">
                <a:latin typeface="Lucida Sans"/>
                <a:cs typeface="Lucida Sans"/>
              </a:rPr>
              <a:t>is</a:t>
            </a:r>
            <a:r>
              <a:rPr sz="3000" spc="-135" dirty="0">
                <a:latin typeface="Lucida Sans"/>
                <a:cs typeface="Lucida Sans"/>
              </a:rPr>
              <a:t> </a:t>
            </a:r>
            <a:r>
              <a:rPr sz="3000" spc="-10" dirty="0">
                <a:latin typeface="Lucida Sans"/>
                <a:cs typeface="Lucida Sans"/>
              </a:rPr>
              <a:t>empty </a:t>
            </a:r>
            <a:r>
              <a:rPr sz="3000" dirty="0">
                <a:latin typeface="Lucida Sans"/>
                <a:cs typeface="Lucida Sans"/>
              </a:rPr>
              <a:t>Live</a:t>
            </a:r>
            <a:r>
              <a:rPr sz="3000" spc="-175" dirty="0">
                <a:latin typeface="Lucida Sans"/>
                <a:cs typeface="Lucida Sans"/>
              </a:rPr>
              <a:t> </a:t>
            </a:r>
            <a:r>
              <a:rPr sz="3000" spc="-85" dirty="0">
                <a:latin typeface="Lucida Sans"/>
                <a:cs typeface="Lucida Sans"/>
              </a:rPr>
              <a:t>listing</a:t>
            </a:r>
            <a:r>
              <a:rPr sz="3000" spc="-170" dirty="0">
                <a:latin typeface="Lucida Sans"/>
                <a:cs typeface="Lucida Sans"/>
              </a:rPr>
              <a:t> </a:t>
            </a:r>
            <a:r>
              <a:rPr sz="3000" dirty="0">
                <a:latin typeface="Lucida Sans"/>
                <a:cs typeface="Lucida Sans"/>
              </a:rPr>
              <a:t>data</a:t>
            </a:r>
            <a:r>
              <a:rPr sz="3000" spc="-170" dirty="0">
                <a:latin typeface="Lucida Sans"/>
                <a:cs typeface="Lucida Sans"/>
              </a:rPr>
              <a:t> </a:t>
            </a:r>
            <a:r>
              <a:rPr sz="3000" spc="-10" dirty="0">
                <a:latin typeface="Lucida Sans"/>
                <a:cs typeface="Lucida Sans"/>
              </a:rPr>
              <a:t>retrieved</a:t>
            </a:r>
            <a:endParaRPr sz="3000">
              <a:latin typeface="Lucida Sans"/>
              <a:cs typeface="Lucida Sans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1232097" y="2407078"/>
            <a:ext cx="7924800" cy="68961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  <a:tabLst>
                <a:tab pos="4498340" algn="l"/>
                <a:tab pos="5104765" algn="l"/>
              </a:tabLst>
            </a:pPr>
            <a:r>
              <a:rPr sz="4350" b="1" spc="445" dirty="0">
                <a:latin typeface="Trebuchet MS"/>
                <a:cs typeface="Trebuchet MS"/>
              </a:rPr>
              <a:t>MY</a:t>
            </a:r>
            <a:r>
              <a:rPr sz="4350" b="1" spc="-70" dirty="0">
                <a:latin typeface="Trebuchet MS"/>
                <a:cs typeface="Trebuchet MS"/>
              </a:rPr>
              <a:t> </a:t>
            </a:r>
            <a:r>
              <a:rPr sz="4350" b="1" spc="265" dirty="0">
                <a:latin typeface="Trebuchet MS"/>
                <a:cs typeface="Trebuchet MS"/>
              </a:rPr>
              <a:t>SHORTLIST</a:t>
            </a:r>
            <a:r>
              <a:rPr sz="4350" b="1" dirty="0">
                <a:latin typeface="Trebuchet MS"/>
                <a:cs typeface="Trebuchet MS"/>
              </a:rPr>
              <a:t>	</a:t>
            </a:r>
            <a:r>
              <a:rPr sz="4350" b="1" spc="635" dirty="0">
                <a:latin typeface="Trebuchet MS"/>
                <a:cs typeface="Trebuchet MS"/>
              </a:rPr>
              <a:t>-</a:t>
            </a:r>
            <a:r>
              <a:rPr sz="4350" b="1" dirty="0">
                <a:latin typeface="Trebuchet MS"/>
                <a:cs typeface="Trebuchet MS"/>
              </a:rPr>
              <a:t>	</a:t>
            </a:r>
            <a:r>
              <a:rPr sz="6000" spc="-112" baseline="1388" dirty="0">
                <a:latin typeface="Lucida Sans"/>
                <a:cs typeface="Lucida Sans"/>
              </a:rPr>
              <a:t>(shortlist.js)</a:t>
            </a:r>
            <a:endParaRPr sz="6000" baseline="1388">
              <a:latin typeface="Lucida Sans"/>
              <a:cs typeface="Lucida Sans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9124888" y="4058229"/>
            <a:ext cx="0" cy="5051425"/>
          </a:xfrm>
          <a:custGeom>
            <a:avLst/>
            <a:gdLst/>
            <a:ahLst/>
            <a:cxnLst/>
            <a:rect l="l" t="t" r="r" b="b"/>
            <a:pathLst>
              <a:path h="5051425">
                <a:moveTo>
                  <a:pt x="0" y="0"/>
                </a:moveTo>
                <a:lnTo>
                  <a:pt x="0" y="5050926"/>
                </a:lnTo>
              </a:path>
            </a:pathLst>
          </a:custGeom>
          <a:ln w="38100">
            <a:solidFill>
              <a:srgbClr val="A6182E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892451" y="2327266"/>
            <a:ext cx="864869" cy="96520"/>
          </a:xfrm>
          <a:custGeom>
            <a:avLst/>
            <a:gdLst/>
            <a:ahLst/>
            <a:cxnLst/>
            <a:rect l="l" t="t" r="r" b="b"/>
            <a:pathLst>
              <a:path w="864869" h="96519">
                <a:moveTo>
                  <a:pt x="816562" y="95911"/>
                </a:moveTo>
                <a:lnTo>
                  <a:pt x="47954" y="95911"/>
                </a:lnTo>
                <a:lnTo>
                  <a:pt x="38554" y="94981"/>
                </a:lnTo>
                <a:lnTo>
                  <a:pt x="3649" y="66307"/>
                </a:lnTo>
                <a:lnTo>
                  <a:pt x="0" y="47957"/>
                </a:lnTo>
                <a:lnTo>
                  <a:pt x="929" y="38557"/>
                </a:lnTo>
                <a:lnTo>
                  <a:pt x="29601" y="3650"/>
                </a:lnTo>
                <a:lnTo>
                  <a:pt x="47954" y="0"/>
                </a:lnTo>
                <a:lnTo>
                  <a:pt x="816562" y="0"/>
                </a:lnTo>
                <a:lnTo>
                  <a:pt x="856460" y="21349"/>
                </a:lnTo>
                <a:lnTo>
                  <a:pt x="864516" y="47957"/>
                </a:lnTo>
                <a:lnTo>
                  <a:pt x="863586" y="57355"/>
                </a:lnTo>
                <a:lnTo>
                  <a:pt x="834912" y="92260"/>
                </a:lnTo>
                <a:lnTo>
                  <a:pt x="816562" y="95911"/>
                </a:lnTo>
                <a:close/>
              </a:path>
            </a:pathLst>
          </a:custGeom>
          <a:solidFill>
            <a:srgbClr val="A6182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1879905" y="2327266"/>
            <a:ext cx="864869" cy="96520"/>
          </a:xfrm>
          <a:custGeom>
            <a:avLst/>
            <a:gdLst/>
            <a:ahLst/>
            <a:cxnLst/>
            <a:rect l="l" t="t" r="r" b="b"/>
            <a:pathLst>
              <a:path w="864869" h="96519">
                <a:moveTo>
                  <a:pt x="816562" y="95911"/>
                </a:moveTo>
                <a:lnTo>
                  <a:pt x="47957" y="95911"/>
                </a:lnTo>
                <a:lnTo>
                  <a:pt x="38557" y="94981"/>
                </a:lnTo>
                <a:lnTo>
                  <a:pt x="3650" y="66307"/>
                </a:lnTo>
                <a:lnTo>
                  <a:pt x="0" y="47957"/>
                </a:lnTo>
                <a:lnTo>
                  <a:pt x="930" y="38557"/>
                </a:lnTo>
                <a:lnTo>
                  <a:pt x="29604" y="3650"/>
                </a:lnTo>
                <a:lnTo>
                  <a:pt x="47957" y="0"/>
                </a:lnTo>
                <a:lnTo>
                  <a:pt x="816562" y="0"/>
                </a:lnTo>
                <a:lnTo>
                  <a:pt x="856462" y="21349"/>
                </a:lnTo>
                <a:lnTo>
                  <a:pt x="864519" y="47957"/>
                </a:lnTo>
                <a:lnTo>
                  <a:pt x="863589" y="57355"/>
                </a:lnTo>
                <a:lnTo>
                  <a:pt x="834915" y="92260"/>
                </a:lnTo>
                <a:lnTo>
                  <a:pt x="816562" y="95911"/>
                </a:lnTo>
                <a:close/>
              </a:path>
            </a:pathLst>
          </a:custGeom>
          <a:solidFill>
            <a:srgbClr val="A6182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5820582" y="1470636"/>
            <a:ext cx="1492885" cy="0"/>
          </a:xfrm>
          <a:custGeom>
            <a:avLst/>
            <a:gdLst/>
            <a:ahLst/>
            <a:cxnLst/>
            <a:rect l="l" t="t" r="r" b="b"/>
            <a:pathLst>
              <a:path w="1492884">
                <a:moveTo>
                  <a:pt x="0" y="0"/>
                </a:moveTo>
                <a:lnTo>
                  <a:pt x="1492300" y="0"/>
                </a:lnTo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9830227" y="3702527"/>
            <a:ext cx="681990" cy="711835"/>
          </a:xfrm>
          <a:custGeom>
            <a:avLst/>
            <a:gdLst/>
            <a:ahLst/>
            <a:cxnLst/>
            <a:rect l="l" t="t" r="r" b="b"/>
            <a:pathLst>
              <a:path w="681990" h="711835">
                <a:moveTo>
                  <a:pt x="370818" y="0"/>
                </a:moveTo>
                <a:lnTo>
                  <a:pt x="416789" y="3861"/>
                </a:lnTo>
                <a:lnTo>
                  <a:pt x="460666" y="15063"/>
                </a:lnTo>
                <a:lnTo>
                  <a:pt x="501967" y="33058"/>
                </a:lnTo>
                <a:lnTo>
                  <a:pt x="540212" y="57295"/>
                </a:lnTo>
                <a:lnTo>
                  <a:pt x="574919" y="87227"/>
                </a:lnTo>
                <a:lnTo>
                  <a:pt x="605608" y="122302"/>
                </a:lnTo>
                <a:lnTo>
                  <a:pt x="631797" y="161971"/>
                </a:lnTo>
                <a:lnTo>
                  <a:pt x="653006" y="205685"/>
                </a:lnTo>
                <a:lnTo>
                  <a:pt x="668751" y="252893"/>
                </a:lnTo>
                <a:lnTo>
                  <a:pt x="678553" y="303046"/>
                </a:lnTo>
                <a:lnTo>
                  <a:pt x="681929" y="355594"/>
                </a:lnTo>
                <a:lnTo>
                  <a:pt x="678557" y="408142"/>
                </a:lnTo>
                <a:lnTo>
                  <a:pt x="668759" y="458296"/>
                </a:lnTo>
                <a:lnTo>
                  <a:pt x="653017" y="505507"/>
                </a:lnTo>
                <a:lnTo>
                  <a:pt x="631811" y="549224"/>
                </a:lnTo>
                <a:lnTo>
                  <a:pt x="605624" y="588898"/>
                </a:lnTo>
                <a:lnTo>
                  <a:pt x="574936" y="623977"/>
                </a:lnTo>
                <a:lnTo>
                  <a:pt x="540228" y="653914"/>
                </a:lnTo>
                <a:lnTo>
                  <a:pt x="501981" y="678157"/>
                </a:lnTo>
                <a:lnTo>
                  <a:pt x="460676" y="696156"/>
                </a:lnTo>
                <a:lnTo>
                  <a:pt x="416794" y="707362"/>
                </a:lnTo>
                <a:lnTo>
                  <a:pt x="370818" y="711220"/>
                </a:lnTo>
                <a:lnTo>
                  <a:pt x="311108" y="711220"/>
                </a:lnTo>
                <a:lnTo>
                  <a:pt x="265129" y="707364"/>
                </a:lnTo>
                <a:lnTo>
                  <a:pt x="221246" y="696162"/>
                </a:lnTo>
                <a:lnTo>
                  <a:pt x="179939" y="678165"/>
                </a:lnTo>
                <a:lnTo>
                  <a:pt x="141691" y="653922"/>
                </a:lnTo>
                <a:lnTo>
                  <a:pt x="106982" y="623984"/>
                </a:lnTo>
                <a:lnTo>
                  <a:pt x="76295" y="588902"/>
                </a:lnTo>
                <a:lnTo>
                  <a:pt x="50109" y="549227"/>
                </a:lnTo>
                <a:lnTo>
                  <a:pt x="28906" y="505508"/>
                </a:lnTo>
                <a:lnTo>
                  <a:pt x="13166" y="458296"/>
                </a:lnTo>
                <a:lnTo>
                  <a:pt x="3370" y="408142"/>
                </a:lnTo>
                <a:lnTo>
                  <a:pt x="0" y="355594"/>
                </a:lnTo>
                <a:lnTo>
                  <a:pt x="3374" y="303046"/>
                </a:lnTo>
                <a:lnTo>
                  <a:pt x="13174" y="252893"/>
                </a:lnTo>
                <a:lnTo>
                  <a:pt x="28917" y="205684"/>
                </a:lnTo>
                <a:lnTo>
                  <a:pt x="50123" y="161968"/>
                </a:lnTo>
                <a:lnTo>
                  <a:pt x="76311" y="122297"/>
                </a:lnTo>
                <a:lnTo>
                  <a:pt x="106999" y="87219"/>
                </a:lnTo>
                <a:lnTo>
                  <a:pt x="141708" y="57286"/>
                </a:lnTo>
                <a:lnTo>
                  <a:pt x="179954" y="33048"/>
                </a:lnTo>
                <a:lnTo>
                  <a:pt x="221258" y="15054"/>
                </a:lnTo>
                <a:lnTo>
                  <a:pt x="265136" y="3855"/>
                </a:lnTo>
                <a:lnTo>
                  <a:pt x="311110" y="0"/>
                </a:lnTo>
                <a:lnTo>
                  <a:pt x="370818" y="0"/>
                </a:lnTo>
              </a:path>
            </a:pathLst>
          </a:custGeom>
          <a:ln w="19050">
            <a:solidFill>
              <a:srgbClr val="A6182E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10049550" y="3813717"/>
            <a:ext cx="243204" cy="4826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000" spc="-135" dirty="0">
                <a:latin typeface="Lucida Sans"/>
                <a:cs typeface="Lucida Sans"/>
              </a:rPr>
              <a:t>4</a:t>
            </a:r>
            <a:endParaRPr sz="3000">
              <a:latin typeface="Lucida Sans"/>
              <a:cs typeface="Lucida Sans"/>
            </a:endParaRPr>
          </a:p>
        </p:txBody>
      </p:sp>
      <p:pic>
        <p:nvPicPr>
          <p:cNvPr id="8" name="object 8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00083" y="4587483"/>
            <a:ext cx="8391509" cy="4038599"/>
          </a:xfrm>
          <a:prstGeom prst="rect">
            <a:avLst/>
          </a:prstGeom>
        </p:spPr>
      </p:pic>
      <p:sp>
        <p:nvSpPr>
          <p:cNvPr id="9" name="object 9"/>
          <p:cNvSpPr txBox="1"/>
          <p:nvPr/>
        </p:nvSpPr>
        <p:spPr>
          <a:xfrm>
            <a:off x="2708587" y="1006536"/>
            <a:ext cx="2816225" cy="330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1642110" algn="l"/>
              </a:tabLst>
            </a:pPr>
            <a:r>
              <a:rPr sz="2000" spc="-10" dirty="0">
                <a:latin typeface="Lucida Sans"/>
                <a:cs typeface="Lucida Sans"/>
              </a:rPr>
              <a:t>Marketplace</a:t>
            </a:r>
            <a:r>
              <a:rPr sz="2000" dirty="0">
                <a:latin typeface="Lucida Sans"/>
                <a:cs typeface="Lucida Sans"/>
              </a:rPr>
              <a:t>	</a:t>
            </a:r>
            <a:r>
              <a:rPr sz="2000" spc="55" dirty="0">
                <a:latin typeface="Lucida Sans"/>
                <a:cs typeface="Lucida Sans"/>
              </a:rPr>
              <a:t>&amp;</a:t>
            </a:r>
            <a:r>
              <a:rPr sz="2000" spc="-114" dirty="0">
                <a:latin typeface="Lucida Sans"/>
                <a:cs typeface="Lucida Sans"/>
              </a:rPr>
              <a:t> </a:t>
            </a:r>
            <a:r>
              <a:rPr sz="2000" spc="-45" dirty="0">
                <a:latin typeface="Lucida Sans"/>
                <a:cs typeface="Lucida Sans"/>
              </a:rPr>
              <a:t>Listings</a:t>
            </a:r>
            <a:endParaRPr sz="2000">
              <a:latin typeface="Lucida Sans"/>
              <a:cs typeface="Lucida Sans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1478466" y="1006536"/>
            <a:ext cx="680085" cy="330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spc="-35" dirty="0">
                <a:solidFill>
                  <a:srgbClr val="0F0E0D"/>
                </a:solidFill>
                <a:latin typeface="Lucida Sans"/>
                <a:cs typeface="Lucida Sans"/>
              </a:rPr>
              <a:t>Login</a:t>
            </a:r>
            <a:endParaRPr sz="2000">
              <a:latin typeface="Lucida Sans"/>
              <a:cs typeface="Lucida Sans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7752523" y="1006536"/>
            <a:ext cx="748665" cy="330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spc="-30" dirty="0">
                <a:latin typeface="Lucida Sans"/>
                <a:cs typeface="Lucida Sans"/>
              </a:rPr>
              <a:t>Figma</a:t>
            </a:r>
            <a:endParaRPr sz="2000">
              <a:latin typeface="Lucida Sans"/>
              <a:cs typeface="Lucida Sans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5798300" y="1006536"/>
            <a:ext cx="1461135" cy="330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dirty="0">
                <a:latin typeface="Lucida Sans"/>
                <a:cs typeface="Lucida Sans"/>
              </a:rPr>
              <a:t>My</a:t>
            </a:r>
            <a:r>
              <a:rPr sz="2000" spc="-55" dirty="0">
                <a:latin typeface="Lucida Sans"/>
                <a:cs typeface="Lucida Sans"/>
              </a:rPr>
              <a:t> </a:t>
            </a:r>
            <a:r>
              <a:rPr sz="2000" spc="-10" dirty="0">
                <a:latin typeface="Lucida Sans"/>
                <a:cs typeface="Lucida Sans"/>
              </a:rPr>
              <a:t>Shortlist</a:t>
            </a:r>
            <a:endParaRPr sz="2000">
              <a:latin typeface="Lucida Sans"/>
              <a:cs typeface="Lucida Sans"/>
            </a:endParaRPr>
          </a:p>
        </p:txBody>
      </p:sp>
      <p:pic>
        <p:nvPicPr>
          <p:cNvPr id="13" name="object 1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144552" y="4758933"/>
            <a:ext cx="133350" cy="133350"/>
          </a:xfrm>
          <a:prstGeom prst="rect">
            <a:avLst/>
          </a:prstGeom>
        </p:spPr>
      </p:pic>
      <p:pic>
        <p:nvPicPr>
          <p:cNvPr id="14" name="object 14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0144552" y="5368533"/>
            <a:ext cx="133350" cy="133350"/>
          </a:xfrm>
          <a:prstGeom prst="rect">
            <a:avLst/>
          </a:prstGeom>
        </p:spPr>
      </p:pic>
      <p:pic>
        <p:nvPicPr>
          <p:cNvPr id="15" name="object 15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10144552" y="5978133"/>
            <a:ext cx="133350" cy="133350"/>
          </a:xfrm>
          <a:prstGeom prst="rect">
            <a:avLst/>
          </a:prstGeom>
        </p:spPr>
      </p:pic>
      <p:pic>
        <p:nvPicPr>
          <p:cNvPr id="16" name="object 16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10144552" y="6587733"/>
            <a:ext cx="133350" cy="133350"/>
          </a:xfrm>
          <a:prstGeom prst="rect">
            <a:avLst/>
          </a:prstGeom>
        </p:spPr>
      </p:pic>
      <p:pic>
        <p:nvPicPr>
          <p:cNvPr id="17" name="object 17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10144552" y="7197333"/>
            <a:ext cx="133350" cy="133350"/>
          </a:xfrm>
          <a:prstGeom prst="rect">
            <a:avLst/>
          </a:prstGeom>
        </p:spPr>
      </p:pic>
      <p:sp>
        <p:nvSpPr>
          <p:cNvPr id="18" name="object 18"/>
          <p:cNvSpPr txBox="1"/>
          <p:nvPr/>
        </p:nvSpPr>
        <p:spPr>
          <a:xfrm>
            <a:off x="10465227" y="3807327"/>
            <a:ext cx="5926455" cy="42887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47015">
              <a:lnSpc>
                <a:spcPct val="100000"/>
              </a:lnSpc>
              <a:spcBef>
                <a:spcPts val="100"/>
              </a:spcBef>
            </a:pPr>
            <a:r>
              <a:rPr sz="3000" spc="-95" dirty="0">
                <a:solidFill>
                  <a:srgbClr val="A6182E"/>
                </a:solidFill>
                <a:latin typeface="Arial Black"/>
                <a:cs typeface="Arial Black"/>
              </a:rPr>
              <a:t>deleteDoc()</a:t>
            </a:r>
            <a:endParaRPr sz="3000">
              <a:latin typeface="Arial Black"/>
              <a:cs typeface="Arial Black"/>
            </a:endParaRPr>
          </a:p>
          <a:p>
            <a:pPr marL="12700">
              <a:lnSpc>
                <a:spcPct val="100000"/>
              </a:lnSpc>
              <a:spcBef>
                <a:spcPts val="2365"/>
              </a:spcBef>
            </a:pPr>
            <a:r>
              <a:rPr sz="3000" dirty="0">
                <a:latin typeface="Lucida Sans"/>
                <a:cs typeface="Lucida Sans"/>
              </a:rPr>
              <a:t>User</a:t>
            </a:r>
            <a:r>
              <a:rPr sz="3000" spc="-140" dirty="0">
                <a:latin typeface="Lucida Sans"/>
                <a:cs typeface="Lucida Sans"/>
              </a:rPr>
              <a:t> </a:t>
            </a:r>
            <a:r>
              <a:rPr sz="3000" dirty="0">
                <a:latin typeface="Lucida Sans"/>
                <a:cs typeface="Lucida Sans"/>
              </a:rPr>
              <a:t>removes</a:t>
            </a:r>
            <a:r>
              <a:rPr sz="3000" spc="-135" dirty="0">
                <a:latin typeface="Lucida Sans"/>
                <a:cs typeface="Lucida Sans"/>
              </a:rPr>
              <a:t> </a:t>
            </a:r>
            <a:r>
              <a:rPr sz="3000" dirty="0">
                <a:latin typeface="Lucida Sans"/>
                <a:cs typeface="Lucida Sans"/>
              </a:rPr>
              <a:t>an</a:t>
            </a:r>
            <a:r>
              <a:rPr sz="3000" spc="-135" dirty="0">
                <a:latin typeface="Lucida Sans"/>
                <a:cs typeface="Lucida Sans"/>
              </a:rPr>
              <a:t> </a:t>
            </a:r>
            <a:r>
              <a:rPr sz="3000" spc="-20" dirty="0">
                <a:latin typeface="Lucida Sans"/>
                <a:cs typeface="Lucida Sans"/>
              </a:rPr>
              <a:t>Item</a:t>
            </a:r>
            <a:endParaRPr sz="3000">
              <a:latin typeface="Lucida Sans"/>
              <a:cs typeface="Lucida Sans"/>
            </a:endParaRPr>
          </a:p>
          <a:p>
            <a:pPr marL="12700" marR="5080">
              <a:lnSpc>
                <a:spcPct val="133300"/>
              </a:lnSpc>
              <a:spcBef>
                <a:spcPts val="5"/>
              </a:spcBef>
            </a:pPr>
            <a:r>
              <a:rPr sz="3000" dirty="0">
                <a:latin typeface="Lucida Sans"/>
                <a:cs typeface="Lucida Sans"/>
              </a:rPr>
              <a:t>the</a:t>
            </a:r>
            <a:r>
              <a:rPr sz="3000" spc="-170" dirty="0">
                <a:latin typeface="Lucida Sans"/>
                <a:cs typeface="Lucida Sans"/>
              </a:rPr>
              <a:t> </a:t>
            </a:r>
            <a:r>
              <a:rPr sz="3000" spc="-30" dirty="0">
                <a:latin typeface="Lucida Sans"/>
                <a:cs typeface="Lucida Sans"/>
              </a:rPr>
              <a:t>deleteDoc()</a:t>
            </a:r>
            <a:r>
              <a:rPr sz="3000" spc="-165" dirty="0">
                <a:latin typeface="Lucida Sans"/>
                <a:cs typeface="Lucida Sans"/>
              </a:rPr>
              <a:t> </a:t>
            </a:r>
            <a:r>
              <a:rPr sz="3000" spc="-30" dirty="0">
                <a:latin typeface="Lucida Sans"/>
                <a:cs typeface="Lucida Sans"/>
              </a:rPr>
              <a:t>function</a:t>
            </a:r>
            <a:r>
              <a:rPr sz="3000" spc="-170" dirty="0">
                <a:latin typeface="Lucida Sans"/>
                <a:cs typeface="Lucida Sans"/>
              </a:rPr>
              <a:t> </a:t>
            </a:r>
            <a:r>
              <a:rPr sz="3000" spc="-90" dirty="0">
                <a:latin typeface="Lucida Sans"/>
                <a:cs typeface="Lucida Sans"/>
              </a:rPr>
              <a:t>is</a:t>
            </a:r>
            <a:r>
              <a:rPr sz="3000" spc="-165" dirty="0">
                <a:latin typeface="Lucida Sans"/>
                <a:cs typeface="Lucida Sans"/>
              </a:rPr>
              <a:t> </a:t>
            </a:r>
            <a:r>
              <a:rPr sz="3000" spc="-10" dirty="0">
                <a:latin typeface="Lucida Sans"/>
                <a:cs typeface="Lucida Sans"/>
              </a:rPr>
              <a:t>called </a:t>
            </a:r>
            <a:r>
              <a:rPr sz="3000" spc="-30" dirty="0">
                <a:latin typeface="Lucida Sans"/>
                <a:cs typeface="Lucida Sans"/>
              </a:rPr>
              <a:t>Deletes</a:t>
            </a:r>
            <a:r>
              <a:rPr sz="3000" spc="-204" dirty="0">
                <a:latin typeface="Lucida Sans"/>
                <a:cs typeface="Lucida Sans"/>
              </a:rPr>
              <a:t> </a:t>
            </a:r>
            <a:r>
              <a:rPr sz="3000" dirty="0">
                <a:latin typeface="Lucida Sans"/>
                <a:cs typeface="Lucida Sans"/>
              </a:rPr>
              <a:t>item</a:t>
            </a:r>
            <a:r>
              <a:rPr sz="3000" spc="-204" dirty="0">
                <a:latin typeface="Lucida Sans"/>
                <a:cs typeface="Lucida Sans"/>
              </a:rPr>
              <a:t> </a:t>
            </a:r>
            <a:r>
              <a:rPr sz="3000" spc="-10" dirty="0">
                <a:latin typeface="Lucida Sans"/>
                <a:cs typeface="Lucida Sans"/>
              </a:rPr>
              <a:t>from</a:t>
            </a:r>
            <a:r>
              <a:rPr sz="3000" spc="-200" dirty="0">
                <a:latin typeface="Lucida Sans"/>
                <a:cs typeface="Lucida Sans"/>
              </a:rPr>
              <a:t> </a:t>
            </a:r>
            <a:r>
              <a:rPr sz="3000" spc="-10" dirty="0">
                <a:latin typeface="Lucida Sans"/>
                <a:cs typeface="Lucida Sans"/>
              </a:rPr>
              <a:t>Firestore</a:t>
            </a:r>
            <a:endParaRPr sz="3000">
              <a:latin typeface="Lucida Sans"/>
              <a:cs typeface="Lucida Sans"/>
            </a:endParaRPr>
          </a:p>
          <a:p>
            <a:pPr marL="12700" marR="281940">
              <a:lnSpc>
                <a:spcPct val="133300"/>
              </a:lnSpc>
            </a:pPr>
            <a:r>
              <a:rPr sz="3000" spc="-20" dirty="0">
                <a:latin typeface="Lucida Sans"/>
                <a:cs typeface="Lucida Sans"/>
              </a:rPr>
              <a:t>Removes</a:t>
            </a:r>
            <a:r>
              <a:rPr sz="3000" spc="-210" dirty="0">
                <a:latin typeface="Lucida Sans"/>
                <a:cs typeface="Lucida Sans"/>
              </a:rPr>
              <a:t> </a:t>
            </a:r>
            <a:r>
              <a:rPr sz="3000" dirty="0">
                <a:latin typeface="Lucida Sans"/>
                <a:cs typeface="Lucida Sans"/>
              </a:rPr>
              <a:t>item</a:t>
            </a:r>
            <a:r>
              <a:rPr sz="3000" spc="-204" dirty="0">
                <a:latin typeface="Lucida Sans"/>
                <a:cs typeface="Lucida Sans"/>
              </a:rPr>
              <a:t> </a:t>
            </a:r>
            <a:r>
              <a:rPr sz="3000" dirty="0">
                <a:latin typeface="Lucida Sans"/>
                <a:cs typeface="Lucida Sans"/>
              </a:rPr>
              <a:t>card</a:t>
            </a:r>
            <a:r>
              <a:rPr sz="3000" spc="-210" dirty="0">
                <a:latin typeface="Lucida Sans"/>
                <a:cs typeface="Lucida Sans"/>
              </a:rPr>
              <a:t> </a:t>
            </a:r>
            <a:r>
              <a:rPr sz="3000" spc="-10" dirty="0">
                <a:latin typeface="Lucida Sans"/>
                <a:cs typeface="Lucida Sans"/>
              </a:rPr>
              <a:t>from</a:t>
            </a:r>
            <a:r>
              <a:rPr sz="3000" spc="-204" dirty="0">
                <a:latin typeface="Lucida Sans"/>
                <a:cs typeface="Lucida Sans"/>
              </a:rPr>
              <a:t> </a:t>
            </a:r>
            <a:r>
              <a:rPr sz="3000" spc="-20" dirty="0">
                <a:latin typeface="Lucida Sans"/>
                <a:cs typeface="Lucida Sans"/>
              </a:rPr>
              <a:t>page </a:t>
            </a:r>
            <a:r>
              <a:rPr sz="3000" dirty="0">
                <a:latin typeface="Lucida Sans"/>
                <a:cs typeface="Lucida Sans"/>
              </a:rPr>
              <a:t>Shows</a:t>
            </a:r>
            <a:r>
              <a:rPr sz="3000" spc="-160" dirty="0">
                <a:latin typeface="Lucida Sans"/>
                <a:cs typeface="Lucida Sans"/>
              </a:rPr>
              <a:t> </a:t>
            </a:r>
            <a:r>
              <a:rPr sz="3000" spc="-125" dirty="0">
                <a:latin typeface="Arial Black"/>
                <a:cs typeface="Arial Black"/>
              </a:rPr>
              <a:t>empty</a:t>
            </a:r>
            <a:r>
              <a:rPr sz="3000" spc="-210" dirty="0">
                <a:latin typeface="Arial Black"/>
                <a:cs typeface="Arial Black"/>
              </a:rPr>
              <a:t> </a:t>
            </a:r>
            <a:r>
              <a:rPr sz="3000" spc="-175" dirty="0">
                <a:latin typeface="Arial Black"/>
                <a:cs typeface="Arial Black"/>
              </a:rPr>
              <a:t>state</a:t>
            </a:r>
            <a:r>
              <a:rPr sz="3000" spc="-215" dirty="0">
                <a:latin typeface="Arial Black"/>
                <a:cs typeface="Arial Black"/>
              </a:rPr>
              <a:t> </a:t>
            </a:r>
            <a:r>
              <a:rPr sz="3000" spc="-50" dirty="0">
                <a:latin typeface="Arial Black"/>
                <a:cs typeface="Arial Black"/>
              </a:rPr>
              <a:t>if</a:t>
            </a:r>
            <a:r>
              <a:rPr sz="3000" spc="-210" dirty="0">
                <a:latin typeface="Arial Black"/>
                <a:cs typeface="Arial Black"/>
              </a:rPr>
              <a:t> </a:t>
            </a:r>
            <a:r>
              <a:rPr sz="3000" spc="-120" dirty="0">
                <a:latin typeface="Arial Black"/>
                <a:cs typeface="Arial Black"/>
              </a:rPr>
              <a:t>shortlist </a:t>
            </a:r>
            <a:r>
              <a:rPr sz="3000" spc="-235" dirty="0">
                <a:latin typeface="Arial Black"/>
                <a:cs typeface="Arial Black"/>
              </a:rPr>
              <a:t>becomes</a:t>
            </a:r>
            <a:r>
              <a:rPr sz="3000" spc="-215" dirty="0">
                <a:latin typeface="Arial Black"/>
                <a:cs typeface="Arial Black"/>
              </a:rPr>
              <a:t> </a:t>
            </a:r>
            <a:r>
              <a:rPr sz="3000" spc="-10" dirty="0">
                <a:latin typeface="Arial Black"/>
                <a:cs typeface="Arial Black"/>
              </a:rPr>
              <a:t>empty</a:t>
            </a:r>
            <a:endParaRPr sz="3000">
              <a:latin typeface="Arial Black"/>
              <a:cs typeface="Arial Black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828462" y="2463021"/>
            <a:ext cx="9014460" cy="8636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6194425" algn="l"/>
              </a:tabLst>
            </a:pPr>
            <a:r>
              <a:rPr sz="8250" b="1" spc="847" baseline="-3030" dirty="0">
                <a:latin typeface="Trebuchet MS"/>
                <a:cs typeface="Trebuchet MS"/>
              </a:rPr>
              <a:t>MY</a:t>
            </a:r>
            <a:r>
              <a:rPr sz="8250" b="1" spc="-104" baseline="-3030" dirty="0">
                <a:latin typeface="Trebuchet MS"/>
                <a:cs typeface="Trebuchet MS"/>
              </a:rPr>
              <a:t> </a:t>
            </a:r>
            <a:r>
              <a:rPr sz="8250" b="1" spc="525" baseline="-3030" dirty="0">
                <a:latin typeface="Trebuchet MS"/>
                <a:cs typeface="Trebuchet MS"/>
              </a:rPr>
              <a:t>SHORTLIST</a:t>
            </a:r>
            <a:r>
              <a:rPr sz="8250" b="1" spc="-104" baseline="-3030" dirty="0">
                <a:latin typeface="Trebuchet MS"/>
                <a:cs typeface="Trebuchet MS"/>
              </a:rPr>
              <a:t> </a:t>
            </a:r>
            <a:r>
              <a:rPr sz="8250" b="1" spc="1230" baseline="-3030" dirty="0">
                <a:latin typeface="Trebuchet MS"/>
                <a:cs typeface="Trebuchet MS"/>
              </a:rPr>
              <a:t>-</a:t>
            </a:r>
            <a:r>
              <a:rPr sz="8250" b="1" baseline="-3030" dirty="0">
                <a:latin typeface="Trebuchet MS"/>
                <a:cs typeface="Trebuchet MS"/>
              </a:rPr>
              <a:t>	</a:t>
            </a:r>
            <a:r>
              <a:rPr sz="4000" spc="-75" dirty="0">
                <a:latin typeface="Lucida Sans"/>
                <a:cs typeface="Lucida Sans"/>
              </a:rPr>
              <a:t>(shortlist.js)</a:t>
            </a:r>
            <a:endParaRPr sz="4000">
              <a:latin typeface="Lucida Sans"/>
              <a:cs typeface="Lucida Sans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10538886" y="0"/>
            <a:ext cx="7749540" cy="10287000"/>
            <a:chOff x="10538886" y="0"/>
            <a:chExt cx="7749540" cy="10287000"/>
          </a:xfrm>
        </p:grpSpPr>
        <p:sp>
          <p:nvSpPr>
            <p:cNvPr id="3" name="object 3"/>
            <p:cNvSpPr/>
            <p:nvPr/>
          </p:nvSpPr>
          <p:spPr>
            <a:xfrm>
              <a:off x="10538886" y="0"/>
              <a:ext cx="7749540" cy="10287000"/>
            </a:xfrm>
            <a:custGeom>
              <a:avLst/>
              <a:gdLst/>
              <a:ahLst/>
              <a:cxnLst/>
              <a:rect l="l" t="t" r="r" b="b"/>
              <a:pathLst>
                <a:path w="7749540" h="10287000">
                  <a:moveTo>
                    <a:pt x="7749113" y="10287000"/>
                  </a:moveTo>
                  <a:lnTo>
                    <a:pt x="0" y="10287000"/>
                  </a:lnTo>
                  <a:lnTo>
                    <a:pt x="0" y="0"/>
                  </a:lnTo>
                  <a:lnTo>
                    <a:pt x="7749113" y="0"/>
                  </a:lnTo>
                  <a:lnTo>
                    <a:pt x="7749113" y="10287000"/>
                  </a:lnTo>
                  <a:close/>
                </a:path>
              </a:pathLst>
            </a:custGeom>
            <a:solidFill>
              <a:srgbClr val="A6182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16472289" y="1054009"/>
              <a:ext cx="347980" cy="347980"/>
            </a:xfrm>
            <a:custGeom>
              <a:avLst/>
              <a:gdLst/>
              <a:ahLst/>
              <a:cxnLst/>
              <a:rect l="l" t="t" r="r" b="b"/>
              <a:pathLst>
                <a:path w="347980" h="347980">
                  <a:moveTo>
                    <a:pt x="173727" y="347455"/>
                  </a:moveTo>
                  <a:lnTo>
                    <a:pt x="127543" y="341249"/>
                  </a:lnTo>
                  <a:lnTo>
                    <a:pt x="86043" y="323736"/>
                  </a:lnTo>
                  <a:lnTo>
                    <a:pt x="50883" y="296571"/>
                  </a:lnTo>
                  <a:lnTo>
                    <a:pt x="23718" y="261411"/>
                  </a:lnTo>
                  <a:lnTo>
                    <a:pt x="6205" y="219910"/>
                  </a:lnTo>
                  <a:lnTo>
                    <a:pt x="0" y="173727"/>
                  </a:lnTo>
                  <a:lnTo>
                    <a:pt x="6205" y="127543"/>
                  </a:lnTo>
                  <a:lnTo>
                    <a:pt x="23718" y="86043"/>
                  </a:lnTo>
                  <a:lnTo>
                    <a:pt x="50883" y="50883"/>
                  </a:lnTo>
                  <a:lnTo>
                    <a:pt x="86043" y="23718"/>
                  </a:lnTo>
                  <a:lnTo>
                    <a:pt x="127543" y="6205"/>
                  </a:lnTo>
                  <a:lnTo>
                    <a:pt x="173727" y="0"/>
                  </a:lnTo>
                  <a:lnTo>
                    <a:pt x="219910" y="6205"/>
                  </a:lnTo>
                  <a:lnTo>
                    <a:pt x="261410" y="23718"/>
                  </a:lnTo>
                  <a:lnTo>
                    <a:pt x="296571" y="50883"/>
                  </a:lnTo>
                  <a:lnTo>
                    <a:pt x="323736" y="86043"/>
                  </a:lnTo>
                  <a:lnTo>
                    <a:pt x="341249" y="127543"/>
                  </a:lnTo>
                  <a:lnTo>
                    <a:pt x="347455" y="173727"/>
                  </a:lnTo>
                  <a:lnTo>
                    <a:pt x="341249" y="219910"/>
                  </a:lnTo>
                  <a:lnTo>
                    <a:pt x="323736" y="261411"/>
                  </a:lnTo>
                  <a:lnTo>
                    <a:pt x="296571" y="296571"/>
                  </a:lnTo>
                  <a:lnTo>
                    <a:pt x="261410" y="323736"/>
                  </a:lnTo>
                  <a:lnTo>
                    <a:pt x="219910" y="341249"/>
                  </a:lnTo>
                  <a:lnTo>
                    <a:pt x="173727" y="347455"/>
                  </a:lnTo>
                  <a:close/>
                </a:path>
              </a:pathLst>
            </a:custGeom>
            <a:solidFill>
              <a:srgbClr val="ECEBE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16548634" y="1163725"/>
              <a:ext cx="194945" cy="128270"/>
            </a:xfrm>
            <a:custGeom>
              <a:avLst/>
              <a:gdLst/>
              <a:ahLst/>
              <a:cxnLst/>
              <a:rect l="l" t="t" r="r" b="b"/>
              <a:pathLst>
                <a:path w="194944" h="128269">
                  <a:moveTo>
                    <a:pt x="194741" y="115023"/>
                  </a:moveTo>
                  <a:lnTo>
                    <a:pt x="191008" y="111290"/>
                  </a:lnTo>
                  <a:lnTo>
                    <a:pt x="3733" y="111290"/>
                  </a:lnTo>
                  <a:lnTo>
                    <a:pt x="0" y="115023"/>
                  </a:lnTo>
                  <a:lnTo>
                    <a:pt x="0" y="124244"/>
                  </a:lnTo>
                  <a:lnTo>
                    <a:pt x="3733" y="127977"/>
                  </a:lnTo>
                  <a:lnTo>
                    <a:pt x="191008" y="127977"/>
                  </a:lnTo>
                  <a:lnTo>
                    <a:pt x="194741" y="124244"/>
                  </a:lnTo>
                  <a:lnTo>
                    <a:pt x="194741" y="119634"/>
                  </a:lnTo>
                  <a:lnTo>
                    <a:pt x="194741" y="115023"/>
                  </a:lnTo>
                  <a:close/>
                </a:path>
                <a:path w="194944" h="128269">
                  <a:moveTo>
                    <a:pt x="194741" y="59385"/>
                  </a:moveTo>
                  <a:lnTo>
                    <a:pt x="191008" y="55651"/>
                  </a:lnTo>
                  <a:lnTo>
                    <a:pt x="3733" y="55651"/>
                  </a:lnTo>
                  <a:lnTo>
                    <a:pt x="0" y="59385"/>
                  </a:lnTo>
                  <a:lnTo>
                    <a:pt x="0" y="68605"/>
                  </a:lnTo>
                  <a:lnTo>
                    <a:pt x="3733" y="72339"/>
                  </a:lnTo>
                  <a:lnTo>
                    <a:pt x="191008" y="72339"/>
                  </a:lnTo>
                  <a:lnTo>
                    <a:pt x="194741" y="68605"/>
                  </a:lnTo>
                  <a:lnTo>
                    <a:pt x="194741" y="63995"/>
                  </a:lnTo>
                  <a:lnTo>
                    <a:pt x="194741" y="59385"/>
                  </a:lnTo>
                  <a:close/>
                </a:path>
                <a:path w="194944" h="128269">
                  <a:moveTo>
                    <a:pt x="194741" y="3746"/>
                  </a:moveTo>
                  <a:lnTo>
                    <a:pt x="191008" y="0"/>
                  </a:lnTo>
                  <a:lnTo>
                    <a:pt x="3733" y="0"/>
                  </a:lnTo>
                  <a:lnTo>
                    <a:pt x="0" y="3746"/>
                  </a:lnTo>
                  <a:lnTo>
                    <a:pt x="0" y="12954"/>
                  </a:lnTo>
                  <a:lnTo>
                    <a:pt x="3733" y="16700"/>
                  </a:lnTo>
                  <a:lnTo>
                    <a:pt x="191008" y="16700"/>
                  </a:lnTo>
                  <a:lnTo>
                    <a:pt x="194741" y="12954"/>
                  </a:lnTo>
                  <a:lnTo>
                    <a:pt x="194741" y="8343"/>
                  </a:lnTo>
                  <a:lnTo>
                    <a:pt x="194741" y="3746"/>
                  </a:lnTo>
                  <a:close/>
                </a:path>
              </a:pathLst>
            </a:custGeom>
            <a:solidFill>
              <a:srgbClr val="EF402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16911866" y="1054007"/>
              <a:ext cx="342900" cy="342900"/>
            </a:xfrm>
            <a:custGeom>
              <a:avLst/>
              <a:gdLst/>
              <a:ahLst/>
              <a:cxnLst/>
              <a:rect l="l" t="t" r="r" b="b"/>
              <a:pathLst>
                <a:path w="342900" h="342900">
                  <a:moveTo>
                    <a:pt x="206816" y="342899"/>
                  </a:moveTo>
                  <a:lnTo>
                    <a:pt x="140525" y="342899"/>
                  </a:lnTo>
                  <a:lnTo>
                    <a:pt x="127556" y="341151"/>
                  </a:lnTo>
                  <a:lnTo>
                    <a:pt x="86083" y="323618"/>
                  </a:lnTo>
                  <a:lnTo>
                    <a:pt x="50920" y="296435"/>
                  </a:lnTo>
                  <a:lnTo>
                    <a:pt x="23737" y="261272"/>
                  </a:lnTo>
                  <a:lnTo>
                    <a:pt x="6204" y="219799"/>
                  </a:lnTo>
                  <a:lnTo>
                    <a:pt x="1049" y="181536"/>
                  </a:lnTo>
                  <a:lnTo>
                    <a:pt x="0" y="173623"/>
                  </a:lnTo>
                  <a:lnTo>
                    <a:pt x="6204" y="127570"/>
                  </a:lnTo>
                  <a:lnTo>
                    <a:pt x="23737" y="86097"/>
                  </a:lnTo>
                  <a:lnTo>
                    <a:pt x="50920" y="50934"/>
                  </a:lnTo>
                  <a:lnTo>
                    <a:pt x="86083" y="23751"/>
                  </a:lnTo>
                  <a:lnTo>
                    <a:pt x="127556" y="6218"/>
                  </a:lnTo>
                  <a:lnTo>
                    <a:pt x="173671" y="0"/>
                  </a:lnTo>
                  <a:lnTo>
                    <a:pt x="219785" y="6218"/>
                  </a:lnTo>
                  <a:lnTo>
                    <a:pt x="261258" y="23751"/>
                  </a:lnTo>
                  <a:lnTo>
                    <a:pt x="296421" y="50934"/>
                  </a:lnTo>
                  <a:lnTo>
                    <a:pt x="314155" y="73875"/>
                  </a:lnTo>
                  <a:lnTo>
                    <a:pt x="152033" y="73875"/>
                  </a:lnTo>
                  <a:lnTo>
                    <a:pt x="122613" y="79606"/>
                  </a:lnTo>
                  <a:lnTo>
                    <a:pt x="96787" y="96801"/>
                  </a:lnTo>
                  <a:lnTo>
                    <a:pt x="79592" y="122644"/>
                  </a:lnTo>
                  <a:lnTo>
                    <a:pt x="73861" y="152090"/>
                  </a:lnTo>
                  <a:lnTo>
                    <a:pt x="79592" y="181536"/>
                  </a:lnTo>
                  <a:lnTo>
                    <a:pt x="108999" y="217409"/>
                  </a:lnTo>
                  <a:lnTo>
                    <a:pt x="152018" y="230305"/>
                  </a:lnTo>
                  <a:lnTo>
                    <a:pt x="213965" y="230305"/>
                  </a:lnTo>
                  <a:lnTo>
                    <a:pt x="245807" y="262147"/>
                  </a:lnTo>
                  <a:lnTo>
                    <a:pt x="248007" y="264463"/>
                  </a:lnTo>
                  <a:lnTo>
                    <a:pt x="251017" y="265621"/>
                  </a:lnTo>
                  <a:lnTo>
                    <a:pt x="320242" y="265621"/>
                  </a:lnTo>
                  <a:lnTo>
                    <a:pt x="296421" y="296435"/>
                  </a:lnTo>
                  <a:lnTo>
                    <a:pt x="261258" y="323618"/>
                  </a:lnTo>
                  <a:lnTo>
                    <a:pt x="219785" y="341151"/>
                  </a:lnTo>
                  <a:lnTo>
                    <a:pt x="206816" y="342899"/>
                  </a:lnTo>
                  <a:close/>
                </a:path>
                <a:path w="342900" h="342900">
                  <a:moveTo>
                    <a:pt x="320242" y="265621"/>
                  </a:moveTo>
                  <a:lnTo>
                    <a:pt x="256922" y="265621"/>
                  </a:lnTo>
                  <a:lnTo>
                    <a:pt x="259933" y="264463"/>
                  </a:lnTo>
                  <a:lnTo>
                    <a:pt x="262133" y="262147"/>
                  </a:lnTo>
                  <a:lnTo>
                    <a:pt x="266649" y="257631"/>
                  </a:lnTo>
                  <a:lnTo>
                    <a:pt x="266649" y="250336"/>
                  </a:lnTo>
                  <a:lnTo>
                    <a:pt x="214891" y="198579"/>
                  </a:lnTo>
                  <a:lnTo>
                    <a:pt x="227197" y="173623"/>
                  </a:lnTo>
                  <a:lnTo>
                    <a:pt x="223456" y="120064"/>
                  </a:lnTo>
                  <a:lnTo>
                    <a:pt x="181474" y="79606"/>
                  </a:lnTo>
                  <a:lnTo>
                    <a:pt x="152033" y="73875"/>
                  </a:lnTo>
                  <a:lnTo>
                    <a:pt x="314155" y="73875"/>
                  </a:lnTo>
                  <a:lnTo>
                    <a:pt x="323604" y="86097"/>
                  </a:lnTo>
                  <a:lnTo>
                    <a:pt x="341137" y="127570"/>
                  </a:lnTo>
                  <a:lnTo>
                    <a:pt x="342891" y="140581"/>
                  </a:lnTo>
                  <a:lnTo>
                    <a:pt x="342811" y="207379"/>
                  </a:lnTo>
                  <a:lnTo>
                    <a:pt x="341137" y="219799"/>
                  </a:lnTo>
                  <a:lnTo>
                    <a:pt x="323604" y="261272"/>
                  </a:lnTo>
                  <a:lnTo>
                    <a:pt x="320242" y="265621"/>
                  </a:lnTo>
                  <a:close/>
                </a:path>
                <a:path w="342900" h="342900">
                  <a:moveTo>
                    <a:pt x="213965" y="230305"/>
                  </a:moveTo>
                  <a:lnTo>
                    <a:pt x="152018" y="230305"/>
                  </a:lnTo>
                  <a:lnTo>
                    <a:pt x="164290" y="229332"/>
                  </a:lnTo>
                  <a:lnTo>
                    <a:pt x="176290" y="226426"/>
                  </a:lnTo>
                  <a:lnTo>
                    <a:pt x="187791" y="221610"/>
                  </a:lnTo>
                  <a:lnTo>
                    <a:pt x="198565" y="214905"/>
                  </a:lnTo>
                  <a:lnTo>
                    <a:pt x="213965" y="230305"/>
                  </a:lnTo>
                  <a:close/>
                </a:path>
              </a:pathLst>
            </a:custGeom>
            <a:solidFill>
              <a:srgbClr val="ECEBE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7" name="object 7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7008914" y="1151040"/>
              <a:ext cx="110057" cy="110085"/>
            </a:xfrm>
            <a:prstGeom prst="rect">
              <a:avLst/>
            </a:prstGeom>
          </p:spPr>
        </p:pic>
      </p:grpSp>
      <p:sp>
        <p:nvSpPr>
          <p:cNvPr id="8" name="object 8"/>
          <p:cNvSpPr/>
          <p:nvPr/>
        </p:nvSpPr>
        <p:spPr>
          <a:xfrm>
            <a:off x="1802605" y="3623431"/>
            <a:ext cx="864869" cy="96520"/>
          </a:xfrm>
          <a:custGeom>
            <a:avLst/>
            <a:gdLst/>
            <a:ahLst/>
            <a:cxnLst/>
            <a:rect l="l" t="t" r="r" b="b"/>
            <a:pathLst>
              <a:path w="864869" h="96520">
                <a:moveTo>
                  <a:pt x="816562" y="95920"/>
                </a:moveTo>
                <a:lnTo>
                  <a:pt x="47957" y="95920"/>
                </a:lnTo>
                <a:lnTo>
                  <a:pt x="38557" y="94989"/>
                </a:lnTo>
                <a:lnTo>
                  <a:pt x="3650" y="66316"/>
                </a:lnTo>
                <a:lnTo>
                  <a:pt x="0" y="47975"/>
                </a:lnTo>
                <a:lnTo>
                  <a:pt x="930" y="38577"/>
                </a:lnTo>
                <a:lnTo>
                  <a:pt x="29604" y="3653"/>
                </a:lnTo>
                <a:lnTo>
                  <a:pt x="47957" y="0"/>
                </a:lnTo>
                <a:lnTo>
                  <a:pt x="816562" y="0"/>
                </a:lnTo>
                <a:lnTo>
                  <a:pt x="856460" y="21357"/>
                </a:lnTo>
                <a:lnTo>
                  <a:pt x="864519" y="47975"/>
                </a:lnTo>
                <a:lnTo>
                  <a:pt x="863589" y="57369"/>
                </a:lnTo>
                <a:lnTo>
                  <a:pt x="834914" y="92266"/>
                </a:lnTo>
                <a:lnTo>
                  <a:pt x="816562" y="95920"/>
                </a:lnTo>
                <a:close/>
              </a:path>
            </a:pathLst>
          </a:custGeom>
          <a:solidFill>
            <a:srgbClr val="A6182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2790063" y="3623431"/>
            <a:ext cx="864869" cy="96520"/>
          </a:xfrm>
          <a:custGeom>
            <a:avLst/>
            <a:gdLst/>
            <a:ahLst/>
            <a:cxnLst/>
            <a:rect l="l" t="t" r="r" b="b"/>
            <a:pathLst>
              <a:path w="864870" h="96520">
                <a:moveTo>
                  <a:pt x="816574" y="95920"/>
                </a:moveTo>
                <a:lnTo>
                  <a:pt x="47954" y="95920"/>
                </a:lnTo>
                <a:lnTo>
                  <a:pt x="38554" y="94989"/>
                </a:lnTo>
                <a:lnTo>
                  <a:pt x="3649" y="66316"/>
                </a:lnTo>
                <a:lnTo>
                  <a:pt x="0" y="47975"/>
                </a:lnTo>
                <a:lnTo>
                  <a:pt x="929" y="38577"/>
                </a:lnTo>
                <a:lnTo>
                  <a:pt x="29601" y="3653"/>
                </a:lnTo>
                <a:lnTo>
                  <a:pt x="47954" y="0"/>
                </a:lnTo>
                <a:lnTo>
                  <a:pt x="816574" y="0"/>
                </a:lnTo>
                <a:lnTo>
                  <a:pt x="856457" y="21357"/>
                </a:lnTo>
                <a:lnTo>
                  <a:pt x="864519" y="47975"/>
                </a:lnTo>
                <a:lnTo>
                  <a:pt x="863588" y="57369"/>
                </a:lnTo>
                <a:lnTo>
                  <a:pt x="834915" y="92266"/>
                </a:lnTo>
                <a:lnTo>
                  <a:pt x="816574" y="95920"/>
                </a:lnTo>
                <a:close/>
              </a:path>
            </a:pathLst>
          </a:custGeom>
          <a:solidFill>
            <a:srgbClr val="A6182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64135" rIns="0" bIns="0" rtlCol="0">
            <a:spAutoFit/>
          </a:bodyPr>
          <a:lstStyle/>
          <a:p>
            <a:pPr marL="12700" marR="5080">
              <a:lnSpc>
                <a:spcPts val="8330"/>
              </a:lnSpc>
              <a:spcBef>
                <a:spcPts val="505"/>
              </a:spcBef>
            </a:pPr>
            <a:r>
              <a:rPr spc="-20" dirty="0"/>
              <a:t>FIGMA </a:t>
            </a:r>
            <a:r>
              <a:rPr spc="-250" dirty="0"/>
              <a:t>PRESEN</a:t>
            </a:r>
            <a:r>
              <a:rPr spc="-875" dirty="0"/>
              <a:t>T</a:t>
            </a:r>
            <a:r>
              <a:rPr spc="-919" dirty="0"/>
              <a:t>A</a:t>
            </a:r>
            <a:r>
              <a:rPr spc="-250" dirty="0"/>
              <a:t>TIONS</a:t>
            </a:r>
          </a:p>
        </p:txBody>
      </p:sp>
      <p:sp>
        <p:nvSpPr>
          <p:cNvPr id="11" name="object 11"/>
          <p:cNvSpPr/>
          <p:nvPr/>
        </p:nvSpPr>
        <p:spPr>
          <a:xfrm>
            <a:off x="7701076" y="1507837"/>
            <a:ext cx="851535" cy="0"/>
          </a:xfrm>
          <a:custGeom>
            <a:avLst/>
            <a:gdLst/>
            <a:ahLst/>
            <a:cxnLst/>
            <a:rect l="l" t="t" r="r" b="b"/>
            <a:pathLst>
              <a:path w="851534">
                <a:moveTo>
                  <a:pt x="0" y="0"/>
                </a:moveTo>
                <a:lnTo>
                  <a:pt x="851049" y="0"/>
                </a:lnTo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 txBox="1"/>
          <p:nvPr/>
        </p:nvSpPr>
        <p:spPr>
          <a:xfrm>
            <a:off x="2769756" y="1006536"/>
            <a:ext cx="2693670" cy="330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1642110" algn="l"/>
              </a:tabLst>
            </a:pPr>
            <a:r>
              <a:rPr sz="2000" spc="-10" dirty="0">
                <a:latin typeface="Lucida Sans"/>
                <a:cs typeface="Lucida Sans"/>
              </a:rPr>
              <a:t>Marketplace</a:t>
            </a:r>
            <a:r>
              <a:rPr sz="2000" dirty="0">
                <a:latin typeface="Lucida Sans"/>
                <a:cs typeface="Lucida Sans"/>
              </a:rPr>
              <a:t>	</a:t>
            </a:r>
            <a:r>
              <a:rPr sz="2000" spc="55" dirty="0">
                <a:latin typeface="Lucida Sans"/>
                <a:cs typeface="Lucida Sans"/>
              </a:rPr>
              <a:t>&amp;</a:t>
            </a:r>
            <a:r>
              <a:rPr sz="2000" spc="-114" dirty="0">
                <a:latin typeface="Lucida Sans"/>
                <a:cs typeface="Lucida Sans"/>
              </a:rPr>
              <a:t> </a:t>
            </a:r>
            <a:r>
              <a:rPr sz="2000" spc="-40" dirty="0">
                <a:latin typeface="Lucida Sans"/>
                <a:cs typeface="Lucida Sans"/>
              </a:rPr>
              <a:t>Listing</a:t>
            </a:r>
            <a:endParaRPr sz="2000">
              <a:latin typeface="Lucida Sans"/>
              <a:cs typeface="Lucida Sans"/>
            </a:endParaRPr>
          </a:p>
        </p:txBody>
      </p:sp>
      <p:sp>
        <p:nvSpPr>
          <p:cNvPr id="13" name="object 13"/>
          <p:cNvSpPr txBox="1">
            <a:spLocks noGrp="1"/>
          </p:cNvSpPr>
          <p:nvPr>
            <p:ph type="title"/>
          </p:nvPr>
        </p:nvSpPr>
        <p:spPr>
          <a:xfrm>
            <a:off x="1478466" y="1006536"/>
            <a:ext cx="680085" cy="330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spc="-35" dirty="0">
                <a:solidFill>
                  <a:srgbClr val="0F0E0D"/>
                </a:solidFill>
                <a:latin typeface="Lucida Sans"/>
                <a:cs typeface="Lucida Sans"/>
              </a:rPr>
              <a:t>Login</a:t>
            </a:r>
            <a:endParaRPr sz="2000">
              <a:latin typeface="Lucida Sans"/>
              <a:cs typeface="Lucida Sans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7752523" y="1006536"/>
            <a:ext cx="748665" cy="330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spc="-30" dirty="0">
                <a:latin typeface="Lucida Sans"/>
                <a:cs typeface="Lucida Sans"/>
              </a:rPr>
              <a:t>Figma</a:t>
            </a:r>
            <a:endParaRPr sz="2000">
              <a:latin typeface="Lucida Sans"/>
              <a:cs typeface="Lucida Sans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5798300" y="1006536"/>
            <a:ext cx="1461135" cy="330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dirty="0">
                <a:latin typeface="Lucida Sans"/>
                <a:cs typeface="Lucida Sans"/>
              </a:rPr>
              <a:t>My</a:t>
            </a:r>
            <a:r>
              <a:rPr sz="2000" spc="-55" dirty="0">
                <a:latin typeface="Lucida Sans"/>
                <a:cs typeface="Lucida Sans"/>
              </a:rPr>
              <a:t> </a:t>
            </a:r>
            <a:r>
              <a:rPr sz="2000" spc="-10" dirty="0">
                <a:latin typeface="Lucida Sans"/>
                <a:cs typeface="Lucida Sans"/>
              </a:rPr>
              <a:t>Shortlist</a:t>
            </a:r>
            <a:endParaRPr sz="2000">
              <a:latin typeface="Lucida Sans"/>
              <a:cs typeface="Lucida Sans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082128" y="1028699"/>
            <a:ext cx="864869" cy="96520"/>
          </a:xfrm>
          <a:custGeom>
            <a:avLst/>
            <a:gdLst/>
            <a:ahLst/>
            <a:cxnLst/>
            <a:rect l="l" t="t" r="r" b="b"/>
            <a:pathLst>
              <a:path w="864869" h="96519">
                <a:moveTo>
                  <a:pt x="816565" y="95911"/>
                </a:moveTo>
                <a:lnTo>
                  <a:pt x="47957" y="95911"/>
                </a:lnTo>
                <a:lnTo>
                  <a:pt x="38557" y="94981"/>
                </a:lnTo>
                <a:lnTo>
                  <a:pt x="3651" y="66306"/>
                </a:lnTo>
                <a:lnTo>
                  <a:pt x="0" y="47954"/>
                </a:lnTo>
                <a:lnTo>
                  <a:pt x="930" y="38556"/>
                </a:lnTo>
                <a:lnTo>
                  <a:pt x="29604" y="3650"/>
                </a:lnTo>
                <a:lnTo>
                  <a:pt x="47957" y="0"/>
                </a:lnTo>
                <a:lnTo>
                  <a:pt x="816565" y="0"/>
                </a:lnTo>
                <a:lnTo>
                  <a:pt x="856462" y="21349"/>
                </a:lnTo>
                <a:lnTo>
                  <a:pt x="864519" y="47954"/>
                </a:lnTo>
                <a:lnTo>
                  <a:pt x="863589" y="57354"/>
                </a:lnTo>
                <a:lnTo>
                  <a:pt x="834915" y="92260"/>
                </a:lnTo>
                <a:lnTo>
                  <a:pt x="816565" y="95911"/>
                </a:lnTo>
                <a:close/>
              </a:path>
            </a:pathLst>
          </a:custGeom>
          <a:solidFill>
            <a:srgbClr val="A6182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2069585" y="1028699"/>
            <a:ext cx="864869" cy="96520"/>
          </a:xfrm>
          <a:custGeom>
            <a:avLst/>
            <a:gdLst/>
            <a:ahLst/>
            <a:cxnLst/>
            <a:rect l="l" t="t" r="r" b="b"/>
            <a:pathLst>
              <a:path w="864869" h="96519">
                <a:moveTo>
                  <a:pt x="816562" y="95911"/>
                </a:moveTo>
                <a:lnTo>
                  <a:pt x="47957" y="95911"/>
                </a:lnTo>
                <a:lnTo>
                  <a:pt x="38557" y="94981"/>
                </a:lnTo>
                <a:lnTo>
                  <a:pt x="3650" y="66306"/>
                </a:lnTo>
                <a:lnTo>
                  <a:pt x="0" y="47954"/>
                </a:lnTo>
                <a:lnTo>
                  <a:pt x="930" y="38556"/>
                </a:lnTo>
                <a:lnTo>
                  <a:pt x="29604" y="3650"/>
                </a:lnTo>
                <a:lnTo>
                  <a:pt x="47957" y="0"/>
                </a:lnTo>
                <a:lnTo>
                  <a:pt x="816562" y="0"/>
                </a:lnTo>
                <a:lnTo>
                  <a:pt x="856462" y="21349"/>
                </a:lnTo>
                <a:lnTo>
                  <a:pt x="864519" y="47954"/>
                </a:lnTo>
                <a:lnTo>
                  <a:pt x="863589" y="57354"/>
                </a:lnTo>
                <a:lnTo>
                  <a:pt x="834915" y="92260"/>
                </a:lnTo>
                <a:lnTo>
                  <a:pt x="816562" y="95911"/>
                </a:lnTo>
                <a:close/>
              </a:path>
            </a:pathLst>
          </a:custGeom>
          <a:solidFill>
            <a:srgbClr val="A6182E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409078" y="1124620"/>
            <a:ext cx="10620389" cy="9001100"/>
          </a:xfrm>
          <a:prstGeom prst="rect">
            <a:avLst/>
          </a:prstGeom>
        </p:spPr>
      </p:pic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8981795" y="280610"/>
            <a:ext cx="7420609" cy="63055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3950" b="1" spc="-60" dirty="0">
                <a:solidFill>
                  <a:srgbClr val="A6182E"/>
                </a:solidFill>
                <a:latin typeface="Tahoma"/>
                <a:cs typeface="Tahoma"/>
              </a:rPr>
              <a:t>MARKETPLACE</a:t>
            </a:r>
            <a:r>
              <a:rPr sz="3950" b="1" spc="-270" dirty="0">
                <a:solidFill>
                  <a:srgbClr val="A6182E"/>
                </a:solidFill>
                <a:latin typeface="Tahoma"/>
                <a:cs typeface="Tahoma"/>
              </a:rPr>
              <a:t> </a:t>
            </a:r>
            <a:r>
              <a:rPr sz="3950" b="1" spc="-114" dirty="0">
                <a:solidFill>
                  <a:srgbClr val="A6182E"/>
                </a:solidFill>
                <a:latin typeface="Tahoma"/>
                <a:cs typeface="Tahoma"/>
              </a:rPr>
              <a:t>BROWSE</a:t>
            </a:r>
            <a:r>
              <a:rPr sz="3950" b="1" spc="-265" dirty="0">
                <a:solidFill>
                  <a:srgbClr val="A6182E"/>
                </a:solidFill>
                <a:latin typeface="Tahoma"/>
                <a:cs typeface="Tahoma"/>
              </a:rPr>
              <a:t> </a:t>
            </a:r>
            <a:r>
              <a:rPr sz="3950" b="1" spc="-20" dirty="0">
                <a:solidFill>
                  <a:srgbClr val="A6182E"/>
                </a:solidFill>
                <a:latin typeface="Tahoma"/>
                <a:cs typeface="Tahoma"/>
              </a:rPr>
              <a:t>PAGE</a:t>
            </a:r>
            <a:endParaRPr sz="3950">
              <a:latin typeface="Tahoma"/>
              <a:cs typeface="Tahoma"/>
            </a:endParaRPr>
          </a:p>
        </p:txBody>
      </p:sp>
      <p:pic>
        <p:nvPicPr>
          <p:cNvPr id="6" name="object 6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779096" y="6705934"/>
            <a:ext cx="85725" cy="85725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779096" y="8471244"/>
            <a:ext cx="85725" cy="85725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779096" y="3280111"/>
            <a:ext cx="85725" cy="85725"/>
          </a:xfrm>
          <a:prstGeom prst="rect">
            <a:avLst/>
          </a:prstGeom>
        </p:spPr>
      </p:pic>
      <p:pic>
        <p:nvPicPr>
          <p:cNvPr id="9" name="object 9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779096" y="3680161"/>
            <a:ext cx="85725" cy="85725"/>
          </a:xfrm>
          <a:prstGeom prst="rect">
            <a:avLst/>
          </a:prstGeom>
        </p:spPr>
      </p:pic>
      <p:pic>
        <p:nvPicPr>
          <p:cNvPr id="10" name="object 10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779096" y="4940624"/>
            <a:ext cx="85725" cy="85725"/>
          </a:xfrm>
          <a:prstGeom prst="rect">
            <a:avLst/>
          </a:prstGeom>
        </p:spPr>
      </p:pic>
      <p:sp>
        <p:nvSpPr>
          <p:cNvPr id="11" name="object 11"/>
          <p:cNvSpPr txBox="1"/>
          <p:nvPr/>
        </p:nvSpPr>
        <p:spPr>
          <a:xfrm>
            <a:off x="575896" y="1129434"/>
            <a:ext cx="6611620" cy="75291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452755">
              <a:lnSpc>
                <a:spcPct val="100000"/>
              </a:lnSpc>
              <a:spcBef>
                <a:spcPts val="100"/>
              </a:spcBef>
            </a:pPr>
            <a:r>
              <a:rPr sz="6000" spc="305" dirty="0">
                <a:latin typeface="Tahoma"/>
                <a:cs typeface="Tahoma"/>
              </a:rPr>
              <a:t>JAYDEN</a:t>
            </a:r>
            <a:r>
              <a:rPr sz="6000" spc="-310" dirty="0">
                <a:latin typeface="Tahoma"/>
                <a:cs typeface="Tahoma"/>
              </a:rPr>
              <a:t> </a:t>
            </a:r>
            <a:r>
              <a:rPr sz="6000" spc="380" dirty="0">
                <a:latin typeface="Tahoma"/>
                <a:cs typeface="Tahoma"/>
              </a:rPr>
              <a:t>PHAM</a:t>
            </a:r>
            <a:endParaRPr sz="600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5459"/>
              </a:spcBef>
            </a:pPr>
            <a:r>
              <a:rPr sz="2000" spc="-100" dirty="0">
                <a:solidFill>
                  <a:srgbClr val="A6182E"/>
                </a:solidFill>
                <a:latin typeface="Arial Black"/>
                <a:cs typeface="Arial Black"/>
              </a:rPr>
              <a:t>Colour</a:t>
            </a:r>
            <a:r>
              <a:rPr sz="2000" spc="-140" dirty="0">
                <a:solidFill>
                  <a:srgbClr val="A6182E"/>
                </a:solidFill>
                <a:latin typeface="Arial Black"/>
                <a:cs typeface="Arial Black"/>
              </a:rPr>
              <a:t> </a:t>
            </a:r>
            <a:r>
              <a:rPr sz="2000" spc="-195" dirty="0">
                <a:solidFill>
                  <a:srgbClr val="A6182E"/>
                </a:solidFill>
                <a:latin typeface="Arial Black"/>
                <a:cs typeface="Arial Black"/>
              </a:rPr>
              <a:t>+</a:t>
            </a:r>
            <a:r>
              <a:rPr sz="2000" spc="-135" dirty="0">
                <a:solidFill>
                  <a:srgbClr val="A6182E"/>
                </a:solidFill>
                <a:latin typeface="Arial Black"/>
                <a:cs typeface="Arial Black"/>
              </a:rPr>
              <a:t> </a:t>
            </a:r>
            <a:r>
              <a:rPr sz="2000" spc="-20" dirty="0">
                <a:solidFill>
                  <a:srgbClr val="A6182E"/>
                </a:solidFill>
                <a:latin typeface="Arial Black"/>
                <a:cs typeface="Arial Black"/>
              </a:rPr>
              <a:t>Typography</a:t>
            </a:r>
            <a:endParaRPr sz="2000">
              <a:latin typeface="Arial Black"/>
              <a:cs typeface="Arial Black"/>
            </a:endParaRPr>
          </a:p>
          <a:p>
            <a:pPr marL="443865" marR="5080">
              <a:lnSpc>
                <a:spcPts val="3150"/>
              </a:lnSpc>
              <a:spcBef>
                <a:spcPts val="229"/>
              </a:spcBef>
            </a:pPr>
            <a:r>
              <a:rPr sz="2000" dirty="0">
                <a:latin typeface="Lucida Sans"/>
                <a:cs typeface="Lucida Sans"/>
              </a:rPr>
              <a:t>MQ</a:t>
            </a:r>
            <a:r>
              <a:rPr sz="2000" spc="-110" dirty="0">
                <a:latin typeface="Lucida Sans"/>
                <a:cs typeface="Lucida Sans"/>
              </a:rPr>
              <a:t> </a:t>
            </a:r>
            <a:r>
              <a:rPr sz="2000" dirty="0">
                <a:latin typeface="Lucida Sans"/>
                <a:cs typeface="Lucida Sans"/>
              </a:rPr>
              <a:t>brand</a:t>
            </a:r>
            <a:r>
              <a:rPr sz="2000" spc="-110" dirty="0">
                <a:latin typeface="Lucida Sans"/>
                <a:cs typeface="Lucida Sans"/>
              </a:rPr>
              <a:t> </a:t>
            </a:r>
            <a:r>
              <a:rPr sz="2000" dirty="0">
                <a:latin typeface="Lucida Sans"/>
                <a:cs typeface="Lucida Sans"/>
              </a:rPr>
              <a:t>palette</a:t>
            </a:r>
            <a:r>
              <a:rPr sz="2000" spc="-110" dirty="0">
                <a:latin typeface="Lucida Sans"/>
                <a:cs typeface="Lucida Sans"/>
              </a:rPr>
              <a:t> </a:t>
            </a:r>
            <a:r>
              <a:rPr sz="2000" spc="-80" dirty="0">
                <a:latin typeface="Lucida Sans"/>
                <a:cs typeface="Lucida Sans"/>
              </a:rPr>
              <a:t>(#A6192E</a:t>
            </a:r>
            <a:r>
              <a:rPr sz="2000" spc="-110" dirty="0">
                <a:latin typeface="Lucida Sans"/>
                <a:cs typeface="Lucida Sans"/>
              </a:rPr>
              <a:t> </a:t>
            </a:r>
            <a:r>
              <a:rPr sz="2000" spc="-25" dirty="0">
                <a:latin typeface="Lucida Sans"/>
                <a:cs typeface="Lucida Sans"/>
              </a:rPr>
              <a:t>red,</a:t>
            </a:r>
            <a:r>
              <a:rPr sz="2000" spc="-110" dirty="0">
                <a:latin typeface="Lucida Sans"/>
                <a:cs typeface="Lucida Sans"/>
              </a:rPr>
              <a:t> </a:t>
            </a:r>
            <a:r>
              <a:rPr sz="2000" spc="-105" dirty="0">
                <a:latin typeface="Lucida Sans"/>
                <a:cs typeface="Lucida Sans"/>
              </a:rPr>
              <a:t>#373A36</a:t>
            </a:r>
            <a:r>
              <a:rPr sz="2000" spc="-110" dirty="0">
                <a:latin typeface="Lucida Sans"/>
                <a:cs typeface="Lucida Sans"/>
              </a:rPr>
              <a:t> </a:t>
            </a:r>
            <a:r>
              <a:rPr sz="2000" spc="-10" dirty="0">
                <a:latin typeface="Lucida Sans"/>
                <a:cs typeface="Lucida Sans"/>
              </a:rPr>
              <a:t>charcoal) </a:t>
            </a:r>
            <a:r>
              <a:rPr sz="2000" dirty="0">
                <a:latin typeface="Lucida Sans"/>
                <a:cs typeface="Lucida Sans"/>
              </a:rPr>
              <a:t>Barlow</a:t>
            </a:r>
            <a:r>
              <a:rPr sz="2000" spc="-80" dirty="0">
                <a:latin typeface="Lucida Sans"/>
                <a:cs typeface="Lucida Sans"/>
              </a:rPr>
              <a:t> </a:t>
            </a:r>
            <a:r>
              <a:rPr sz="2000" spc="-35" dirty="0">
                <a:latin typeface="Lucida Sans"/>
                <a:cs typeface="Lucida Sans"/>
              </a:rPr>
              <a:t>Condensed</a:t>
            </a:r>
            <a:r>
              <a:rPr sz="2000" spc="-80" dirty="0">
                <a:latin typeface="Lucida Sans"/>
                <a:cs typeface="Lucida Sans"/>
              </a:rPr>
              <a:t> </a:t>
            </a:r>
            <a:r>
              <a:rPr sz="2000" spc="-40" dirty="0">
                <a:latin typeface="Lucida Sans"/>
                <a:cs typeface="Lucida Sans"/>
              </a:rPr>
              <a:t>headings</a:t>
            </a:r>
            <a:r>
              <a:rPr sz="2000" spc="-75" dirty="0">
                <a:latin typeface="Lucida Sans"/>
                <a:cs typeface="Lucida Sans"/>
              </a:rPr>
              <a:t> </a:t>
            </a:r>
            <a:r>
              <a:rPr sz="2000" dirty="0">
                <a:latin typeface="Lucida Sans"/>
                <a:cs typeface="Lucida Sans"/>
              </a:rPr>
              <a:t>and</a:t>
            </a:r>
            <a:r>
              <a:rPr sz="2000" spc="-80" dirty="0">
                <a:latin typeface="Lucida Sans"/>
                <a:cs typeface="Lucida Sans"/>
              </a:rPr>
              <a:t> </a:t>
            </a:r>
            <a:r>
              <a:rPr sz="2000" dirty="0">
                <a:latin typeface="Lucida Sans"/>
                <a:cs typeface="Lucida Sans"/>
              </a:rPr>
              <a:t>DM</a:t>
            </a:r>
            <a:r>
              <a:rPr sz="2000" spc="-75" dirty="0">
                <a:latin typeface="Lucida Sans"/>
                <a:cs typeface="Lucida Sans"/>
              </a:rPr>
              <a:t> </a:t>
            </a:r>
            <a:r>
              <a:rPr sz="2000" dirty="0">
                <a:latin typeface="Lucida Sans"/>
                <a:cs typeface="Lucida Sans"/>
              </a:rPr>
              <a:t>Sans</a:t>
            </a:r>
            <a:r>
              <a:rPr sz="2000" spc="-80" dirty="0">
                <a:latin typeface="Lucida Sans"/>
                <a:cs typeface="Lucida Sans"/>
              </a:rPr>
              <a:t> </a:t>
            </a:r>
            <a:r>
              <a:rPr sz="2000" spc="-20" dirty="0">
                <a:latin typeface="Lucida Sans"/>
                <a:cs typeface="Lucida Sans"/>
              </a:rPr>
              <a:t>body</a:t>
            </a:r>
            <a:endParaRPr sz="2000">
              <a:latin typeface="Lucida Sans"/>
              <a:cs typeface="Lucida Sans"/>
            </a:endParaRPr>
          </a:p>
          <a:p>
            <a:pPr>
              <a:lnSpc>
                <a:spcPct val="100000"/>
              </a:lnSpc>
              <a:spcBef>
                <a:spcPts val="1785"/>
              </a:spcBef>
            </a:pPr>
            <a:endParaRPr sz="2000">
              <a:latin typeface="Lucida Sans"/>
              <a:cs typeface="Lucida Sans"/>
            </a:endParaRPr>
          </a:p>
          <a:p>
            <a:pPr marL="12700">
              <a:lnSpc>
                <a:spcPct val="100000"/>
              </a:lnSpc>
            </a:pPr>
            <a:r>
              <a:rPr sz="2000" spc="-135" dirty="0">
                <a:solidFill>
                  <a:srgbClr val="A6182E"/>
                </a:solidFill>
                <a:latin typeface="Arial Black"/>
                <a:cs typeface="Arial Black"/>
              </a:rPr>
              <a:t>Visual</a:t>
            </a:r>
            <a:r>
              <a:rPr sz="2000" spc="-130" dirty="0">
                <a:solidFill>
                  <a:srgbClr val="A6182E"/>
                </a:solidFill>
                <a:latin typeface="Arial Black"/>
                <a:cs typeface="Arial Black"/>
              </a:rPr>
              <a:t> </a:t>
            </a:r>
            <a:r>
              <a:rPr sz="2000" spc="-10" dirty="0">
                <a:solidFill>
                  <a:srgbClr val="A6182E"/>
                </a:solidFill>
                <a:latin typeface="Arial Black"/>
                <a:cs typeface="Arial Black"/>
              </a:rPr>
              <a:t>Hierarchy</a:t>
            </a:r>
            <a:endParaRPr sz="2000">
              <a:latin typeface="Arial Black"/>
              <a:cs typeface="Arial Black"/>
            </a:endParaRPr>
          </a:p>
          <a:p>
            <a:pPr marL="210185" marR="2038985" indent="233679">
              <a:lnSpc>
                <a:spcPts val="3150"/>
              </a:lnSpc>
              <a:spcBef>
                <a:spcPts val="229"/>
              </a:spcBef>
            </a:pPr>
            <a:r>
              <a:rPr sz="2000" dirty="0">
                <a:latin typeface="Lucida Sans"/>
                <a:cs typeface="Lucida Sans"/>
              </a:rPr>
              <a:t>Hero</a:t>
            </a:r>
            <a:r>
              <a:rPr sz="2000" spc="-105" dirty="0">
                <a:latin typeface="Lucida Sans"/>
                <a:cs typeface="Lucida Sans"/>
              </a:rPr>
              <a:t> </a:t>
            </a:r>
            <a:r>
              <a:rPr sz="2000" dirty="0">
                <a:latin typeface="Lucida Sans"/>
                <a:cs typeface="Lucida Sans"/>
              </a:rPr>
              <a:t>banner</a:t>
            </a:r>
            <a:r>
              <a:rPr sz="2000" spc="-105" dirty="0">
                <a:latin typeface="Lucida Sans"/>
                <a:cs typeface="Lucida Sans"/>
              </a:rPr>
              <a:t> </a:t>
            </a:r>
            <a:r>
              <a:rPr sz="2000" dirty="0">
                <a:latin typeface="Lucida Sans"/>
                <a:cs typeface="Lucida Sans"/>
              </a:rPr>
              <a:t>draws</a:t>
            </a:r>
            <a:r>
              <a:rPr sz="2000" spc="-105" dirty="0">
                <a:latin typeface="Lucida Sans"/>
                <a:cs typeface="Lucida Sans"/>
              </a:rPr>
              <a:t> </a:t>
            </a:r>
            <a:r>
              <a:rPr sz="2000" spc="-10" dirty="0">
                <a:latin typeface="Lucida Sans"/>
                <a:cs typeface="Lucida Sans"/>
              </a:rPr>
              <a:t>attention</a:t>
            </a:r>
            <a:r>
              <a:rPr sz="2000" spc="-105" dirty="0">
                <a:latin typeface="Lucida Sans"/>
                <a:cs typeface="Lucida Sans"/>
              </a:rPr>
              <a:t> </a:t>
            </a:r>
            <a:r>
              <a:rPr sz="2000" spc="-10" dirty="0">
                <a:latin typeface="Lucida Sans"/>
                <a:cs typeface="Lucida Sans"/>
              </a:rPr>
              <a:t>first, </a:t>
            </a:r>
            <a:r>
              <a:rPr sz="2000" spc="-25" dirty="0">
                <a:latin typeface="Lucida Sans"/>
                <a:cs typeface="Lucida Sans"/>
              </a:rPr>
              <a:t>filters</a:t>
            </a:r>
            <a:r>
              <a:rPr sz="2000" spc="-110" dirty="0">
                <a:latin typeface="Lucida Sans"/>
                <a:cs typeface="Lucida Sans"/>
              </a:rPr>
              <a:t> </a:t>
            </a:r>
            <a:r>
              <a:rPr sz="2000" spc="-45" dirty="0">
                <a:latin typeface="Lucida Sans"/>
                <a:cs typeface="Lucida Sans"/>
              </a:rPr>
              <a:t>second,</a:t>
            </a:r>
            <a:r>
              <a:rPr sz="2000" spc="-105" dirty="0">
                <a:latin typeface="Lucida Sans"/>
                <a:cs typeface="Lucida Sans"/>
              </a:rPr>
              <a:t> </a:t>
            </a:r>
            <a:r>
              <a:rPr sz="2000" spc="-10" dirty="0">
                <a:latin typeface="Lucida Sans"/>
                <a:cs typeface="Lucida Sans"/>
              </a:rPr>
              <a:t>card</a:t>
            </a:r>
            <a:r>
              <a:rPr sz="2000" spc="-105" dirty="0">
                <a:latin typeface="Lucida Sans"/>
                <a:cs typeface="Lucida Sans"/>
              </a:rPr>
              <a:t> </a:t>
            </a:r>
            <a:r>
              <a:rPr sz="2000" spc="-65" dirty="0">
                <a:latin typeface="Lucida Sans"/>
                <a:cs typeface="Lucida Sans"/>
              </a:rPr>
              <a:t>grid</a:t>
            </a:r>
            <a:r>
              <a:rPr sz="2000" spc="-110" dirty="0">
                <a:latin typeface="Lucida Sans"/>
                <a:cs typeface="Lucida Sans"/>
              </a:rPr>
              <a:t> </a:t>
            </a:r>
            <a:r>
              <a:rPr sz="2000" spc="-10" dirty="0">
                <a:latin typeface="Lucida Sans"/>
                <a:cs typeface="Lucida Sans"/>
              </a:rPr>
              <a:t>third</a:t>
            </a:r>
            <a:endParaRPr sz="2000">
              <a:latin typeface="Lucida Sans"/>
              <a:cs typeface="Lucida Sans"/>
            </a:endParaRPr>
          </a:p>
          <a:p>
            <a:pPr>
              <a:lnSpc>
                <a:spcPct val="100000"/>
              </a:lnSpc>
            </a:pPr>
            <a:endParaRPr sz="2000">
              <a:latin typeface="Lucida Sans"/>
              <a:cs typeface="Lucida Sans"/>
            </a:endParaRPr>
          </a:p>
          <a:p>
            <a:pPr>
              <a:lnSpc>
                <a:spcPct val="100000"/>
              </a:lnSpc>
              <a:spcBef>
                <a:spcPts val="260"/>
              </a:spcBef>
            </a:pPr>
            <a:endParaRPr sz="2000">
              <a:latin typeface="Lucida Sans"/>
              <a:cs typeface="Lucida Sans"/>
            </a:endParaRPr>
          </a:p>
          <a:p>
            <a:pPr marL="12700">
              <a:lnSpc>
                <a:spcPct val="100000"/>
              </a:lnSpc>
            </a:pPr>
            <a:r>
              <a:rPr sz="2000" spc="-175" dirty="0">
                <a:solidFill>
                  <a:srgbClr val="A6182E"/>
                </a:solidFill>
                <a:latin typeface="Arial Black"/>
                <a:cs typeface="Arial Black"/>
              </a:rPr>
              <a:t>Search</a:t>
            </a:r>
            <a:r>
              <a:rPr sz="2000" spc="-130" dirty="0">
                <a:solidFill>
                  <a:srgbClr val="A6182E"/>
                </a:solidFill>
                <a:latin typeface="Arial Black"/>
                <a:cs typeface="Arial Black"/>
              </a:rPr>
              <a:t> </a:t>
            </a:r>
            <a:r>
              <a:rPr sz="2000" spc="-195" dirty="0">
                <a:solidFill>
                  <a:srgbClr val="A6182E"/>
                </a:solidFill>
                <a:latin typeface="Arial Black"/>
                <a:cs typeface="Arial Black"/>
              </a:rPr>
              <a:t>+</a:t>
            </a:r>
            <a:r>
              <a:rPr sz="2000" spc="-125" dirty="0">
                <a:solidFill>
                  <a:srgbClr val="A6182E"/>
                </a:solidFill>
                <a:latin typeface="Arial Black"/>
                <a:cs typeface="Arial Black"/>
              </a:rPr>
              <a:t> </a:t>
            </a:r>
            <a:r>
              <a:rPr sz="2000" spc="-10" dirty="0">
                <a:solidFill>
                  <a:srgbClr val="A6182E"/>
                </a:solidFill>
                <a:latin typeface="Arial Black"/>
                <a:cs typeface="Arial Black"/>
              </a:rPr>
              <a:t>Filters</a:t>
            </a:r>
            <a:endParaRPr sz="2000">
              <a:latin typeface="Arial Black"/>
              <a:cs typeface="Arial Black"/>
            </a:endParaRPr>
          </a:p>
          <a:p>
            <a:pPr marL="210185" marR="790575" indent="233679">
              <a:lnSpc>
                <a:spcPct val="131200"/>
              </a:lnSpc>
              <a:spcBef>
                <a:spcPts val="5"/>
              </a:spcBef>
            </a:pPr>
            <a:r>
              <a:rPr sz="2000" spc="-35" dirty="0">
                <a:latin typeface="Lucida Sans"/>
                <a:cs typeface="Lucida Sans"/>
              </a:rPr>
              <a:t>Extends</a:t>
            </a:r>
            <a:r>
              <a:rPr sz="2000" spc="-125" dirty="0">
                <a:latin typeface="Lucida Sans"/>
                <a:cs typeface="Lucida Sans"/>
              </a:rPr>
              <a:t> </a:t>
            </a:r>
            <a:r>
              <a:rPr sz="2000" dirty="0">
                <a:latin typeface="Lucida Sans"/>
                <a:cs typeface="Lucida Sans"/>
              </a:rPr>
              <a:t>the</a:t>
            </a:r>
            <a:r>
              <a:rPr sz="2000" spc="-125" dirty="0">
                <a:latin typeface="Lucida Sans"/>
                <a:cs typeface="Lucida Sans"/>
              </a:rPr>
              <a:t> </a:t>
            </a:r>
            <a:r>
              <a:rPr sz="2000" spc="-30" dirty="0">
                <a:latin typeface="Lucida Sans"/>
                <a:cs typeface="Lucida Sans"/>
              </a:rPr>
              <a:t>coded</a:t>
            </a:r>
            <a:r>
              <a:rPr sz="2000" spc="-125" dirty="0">
                <a:latin typeface="Lucida Sans"/>
                <a:cs typeface="Lucida Sans"/>
              </a:rPr>
              <a:t> </a:t>
            </a:r>
            <a:r>
              <a:rPr sz="2000" spc="-10" dirty="0">
                <a:latin typeface="Lucida Sans"/>
                <a:cs typeface="Lucida Sans"/>
              </a:rPr>
              <a:t>app</a:t>
            </a:r>
            <a:r>
              <a:rPr sz="2000" spc="-125" dirty="0">
                <a:latin typeface="Lucida Sans"/>
                <a:cs typeface="Lucida Sans"/>
              </a:rPr>
              <a:t> </a:t>
            </a:r>
            <a:r>
              <a:rPr sz="2000" dirty="0">
                <a:latin typeface="Lucida Sans"/>
                <a:cs typeface="Lucida Sans"/>
              </a:rPr>
              <a:t>with</a:t>
            </a:r>
            <a:r>
              <a:rPr sz="2000" spc="-125" dirty="0">
                <a:latin typeface="Lucida Sans"/>
                <a:cs typeface="Lucida Sans"/>
              </a:rPr>
              <a:t> </a:t>
            </a:r>
            <a:r>
              <a:rPr sz="2000" spc="-10" dirty="0">
                <a:latin typeface="Lucida Sans"/>
                <a:cs typeface="Lucida Sans"/>
              </a:rPr>
              <a:t>keyword</a:t>
            </a:r>
            <a:r>
              <a:rPr sz="2000" spc="-125" dirty="0">
                <a:latin typeface="Lucida Sans"/>
                <a:cs typeface="Lucida Sans"/>
              </a:rPr>
              <a:t> </a:t>
            </a:r>
            <a:r>
              <a:rPr sz="2000" spc="-10" dirty="0">
                <a:latin typeface="Lucida Sans"/>
                <a:cs typeface="Lucida Sans"/>
              </a:rPr>
              <a:t>search, </a:t>
            </a:r>
            <a:r>
              <a:rPr sz="2000" spc="-20" dirty="0">
                <a:latin typeface="Lucida Sans"/>
                <a:cs typeface="Lucida Sans"/>
              </a:rPr>
              <a:t>price</a:t>
            </a:r>
            <a:r>
              <a:rPr sz="2000" spc="-125" dirty="0">
                <a:latin typeface="Lucida Sans"/>
                <a:cs typeface="Lucida Sans"/>
              </a:rPr>
              <a:t> </a:t>
            </a:r>
            <a:r>
              <a:rPr sz="2000" spc="-35" dirty="0">
                <a:latin typeface="Lucida Sans"/>
                <a:cs typeface="Lucida Sans"/>
              </a:rPr>
              <a:t>range,</a:t>
            </a:r>
            <a:r>
              <a:rPr sz="2000" spc="-125" dirty="0">
                <a:latin typeface="Lucida Sans"/>
                <a:cs typeface="Lucida Sans"/>
              </a:rPr>
              <a:t> </a:t>
            </a:r>
            <a:r>
              <a:rPr sz="2000" dirty="0">
                <a:latin typeface="Lucida Sans"/>
                <a:cs typeface="Lucida Sans"/>
              </a:rPr>
              <a:t>and</a:t>
            </a:r>
            <a:r>
              <a:rPr sz="2000" spc="-120" dirty="0">
                <a:latin typeface="Lucida Sans"/>
                <a:cs typeface="Lucida Sans"/>
              </a:rPr>
              <a:t> </a:t>
            </a:r>
            <a:r>
              <a:rPr sz="2000" spc="-20" dirty="0">
                <a:latin typeface="Lucida Sans"/>
                <a:cs typeface="Lucida Sans"/>
              </a:rPr>
              <a:t>sort</a:t>
            </a:r>
            <a:r>
              <a:rPr sz="2000" spc="-125" dirty="0">
                <a:latin typeface="Lucida Sans"/>
                <a:cs typeface="Lucida Sans"/>
              </a:rPr>
              <a:t> </a:t>
            </a:r>
            <a:r>
              <a:rPr sz="2000" dirty="0">
                <a:latin typeface="Lucida Sans"/>
                <a:cs typeface="Lucida Sans"/>
              </a:rPr>
              <a:t>order</a:t>
            </a:r>
            <a:r>
              <a:rPr sz="2000" spc="-120" dirty="0">
                <a:latin typeface="Lucida Sans"/>
                <a:cs typeface="Lucida Sans"/>
              </a:rPr>
              <a:t> </a:t>
            </a:r>
            <a:r>
              <a:rPr sz="2000" spc="-10" dirty="0">
                <a:latin typeface="Lucida Sans"/>
                <a:cs typeface="Lucida Sans"/>
              </a:rPr>
              <a:t>controls..</a:t>
            </a:r>
            <a:endParaRPr sz="2000">
              <a:latin typeface="Lucida Sans"/>
              <a:cs typeface="Lucida Sans"/>
            </a:endParaRPr>
          </a:p>
          <a:p>
            <a:pPr>
              <a:lnSpc>
                <a:spcPct val="100000"/>
              </a:lnSpc>
            </a:pPr>
            <a:endParaRPr sz="2000">
              <a:latin typeface="Lucida Sans"/>
              <a:cs typeface="Lucida Sans"/>
            </a:endParaRPr>
          </a:p>
          <a:p>
            <a:pPr>
              <a:lnSpc>
                <a:spcPct val="100000"/>
              </a:lnSpc>
              <a:spcBef>
                <a:spcPts val="484"/>
              </a:spcBef>
            </a:pPr>
            <a:endParaRPr sz="2000">
              <a:latin typeface="Lucida Sans"/>
              <a:cs typeface="Lucida Sans"/>
            </a:endParaRPr>
          </a:p>
          <a:p>
            <a:pPr marL="12700">
              <a:lnSpc>
                <a:spcPct val="100000"/>
              </a:lnSpc>
            </a:pPr>
            <a:r>
              <a:rPr sz="2000" spc="-240" dirty="0">
                <a:solidFill>
                  <a:srgbClr val="A6182E"/>
                </a:solidFill>
                <a:latin typeface="Arial Black"/>
                <a:cs typeface="Arial Black"/>
              </a:rPr>
              <a:t>ECO</a:t>
            </a:r>
            <a:r>
              <a:rPr sz="2000" spc="-140" dirty="0">
                <a:solidFill>
                  <a:srgbClr val="A6182E"/>
                </a:solidFill>
                <a:latin typeface="Arial Black"/>
                <a:cs typeface="Arial Black"/>
              </a:rPr>
              <a:t> </a:t>
            </a:r>
            <a:r>
              <a:rPr sz="2000" spc="-229" dirty="0">
                <a:solidFill>
                  <a:srgbClr val="A6182E"/>
                </a:solidFill>
                <a:latin typeface="Arial Black"/>
                <a:cs typeface="Arial Black"/>
              </a:rPr>
              <a:t>TRADE</a:t>
            </a:r>
            <a:r>
              <a:rPr sz="2000" spc="-135" dirty="0">
                <a:solidFill>
                  <a:srgbClr val="A6182E"/>
                </a:solidFill>
                <a:latin typeface="Arial Black"/>
                <a:cs typeface="Arial Black"/>
              </a:rPr>
              <a:t> </a:t>
            </a:r>
            <a:r>
              <a:rPr sz="2000" spc="-20" dirty="0">
                <a:solidFill>
                  <a:srgbClr val="A6182E"/>
                </a:solidFill>
                <a:latin typeface="Arial Black"/>
                <a:cs typeface="Arial Black"/>
              </a:rPr>
              <a:t>Badge</a:t>
            </a:r>
            <a:endParaRPr sz="2000">
              <a:latin typeface="Arial Black"/>
              <a:cs typeface="Arial Black"/>
            </a:endParaRPr>
          </a:p>
          <a:p>
            <a:pPr marL="443865">
              <a:lnSpc>
                <a:spcPct val="100000"/>
              </a:lnSpc>
              <a:spcBef>
                <a:spcPts val="750"/>
              </a:spcBef>
            </a:pPr>
            <a:r>
              <a:rPr sz="2000" spc="-25" dirty="0">
                <a:latin typeface="Lucida Sans"/>
                <a:cs typeface="Lucida Sans"/>
              </a:rPr>
              <a:t>Sustainability</a:t>
            </a:r>
            <a:r>
              <a:rPr sz="2000" spc="-90" dirty="0">
                <a:latin typeface="Lucida Sans"/>
                <a:cs typeface="Lucida Sans"/>
              </a:rPr>
              <a:t> </a:t>
            </a:r>
            <a:r>
              <a:rPr sz="2000" spc="-25" dirty="0">
                <a:latin typeface="Lucida Sans"/>
                <a:cs typeface="Lucida Sans"/>
              </a:rPr>
              <a:t>indicator</a:t>
            </a:r>
            <a:r>
              <a:rPr sz="2000" spc="-90" dirty="0">
                <a:latin typeface="Lucida Sans"/>
                <a:cs typeface="Lucida Sans"/>
              </a:rPr>
              <a:t> </a:t>
            </a:r>
            <a:r>
              <a:rPr sz="2000" spc="-10" dirty="0">
                <a:latin typeface="Lucida Sans"/>
                <a:cs typeface="Lucida Sans"/>
              </a:rPr>
              <a:t>for</a:t>
            </a:r>
            <a:r>
              <a:rPr sz="2000" spc="-90" dirty="0">
                <a:latin typeface="Lucida Sans"/>
                <a:cs typeface="Lucida Sans"/>
              </a:rPr>
              <a:t> </a:t>
            </a:r>
            <a:r>
              <a:rPr sz="2000" dirty="0">
                <a:latin typeface="Lucida Sans"/>
                <a:cs typeface="Lucida Sans"/>
              </a:rPr>
              <a:t>trade</a:t>
            </a:r>
            <a:r>
              <a:rPr sz="2000" spc="-90" dirty="0">
                <a:latin typeface="Lucida Sans"/>
                <a:cs typeface="Lucida Sans"/>
              </a:rPr>
              <a:t> </a:t>
            </a:r>
            <a:r>
              <a:rPr sz="2000" spc="-10" dirty="0">
                <a:latin typeface="Lucida Sans"/>
                <a:cs typeface="Lucida Sans"/>
              </a:rPr>
              <a:t>listings</a:t>
            </a:r>
            <a:endParaRPr sz="2000">
              <a:latin typeface="Lucida Sans"/>
              <a:cs typeface="Lucida Sans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082128" y="1028699"/>
            <a:ext cx="864869" cy="96520"/>
          </a:xfrm>
          <a:custGeom>
            <a:avLst/>
            <a:gdLst/>
            <a:ahLst/>
            <a:cxnLst/>
            <a:rect l="l" t="t" r="r" b="b"/>
            <a:pathLst>
              <a:path w="864869" h="96519">
                <a:moveTo>
                  <a:pt x="816565" y="95911"/>
                </a:moveTo>
                <a:lnTo>
                  <a:pt x="47957" y="95911"/>
                </a:lnTo>
                <a:lnTo>
                  <a:pt x="38557" y="94981"/>
                </a:lnTo>
                <a:lnTo>
                  <a:pt x="3651" y="66306"/>
                </a:lnTo>
                <a:lnTo>
                  <a:pt x="0" y="47954"/>
                </a:lnTo>
                <a:lnTo>
                  <a:pt x="930" y="38556"/>
                </a:lnTo>
                <a:lnTo>
                  <a:pt x="29604" y="3650"/>
                </a:lnTo>
                <a:lnTo>
                  <a:pt x="47957" y="0"/>
                </a:lnTo>
                <a:lnTo>
                  <a:pt x="816565" y="0"/>
                </a:lnTo>
                <a:lnTo>
                  <a:pt x="856462" y="21349"/>
                </a:lnTo>
                <a:lnTo>
                  <a:pt x="864519" y="47954"/>
                </a:lnTo>
                <a:lnTo>
                  <a:pt x="863589" y="57354"/>
                </a:lnTo>
                <a:lnTo>
                  <a:pt x="834915" y="92260"/>
                </a:lnTo>
                <a:lnTo>
                  <a:pt x="816565" y="95911"/>
                </a:lnTo>
                <a:close/>
              </a:path>
            </a:pathLst>
          </a:custGeom>
          <a:solidFill>
            <a:srgbClr val="A6182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2069585" y="1028699"/>
            <a:ext cx="864869" cy="96520"/>
          </a:xfrm>
          <a:custGeom>
            <a:avLst/>
            <a:gdLst/>
            <a:ahLst/>
            <a:cxnLst/>
            <a:rect l="l" t="t" r="r" b="b"/>
            <a:pathLst>
              <a:path w="864869" h="96519">
                <a:moveTo>
                  <a:pt x="816562" y="95911"/>
                </a:moveTo>
                <a:lnTo>
                  <a:pt x="47957" y="95911"/>
                </a:lnTo>
                <a:lnTo>
                  <a:pt x="38557" y="94981"/>
                </a:lnTo>
                <a:lnTo>
                  <a:pt x="3650" y="66306"/>
                </a:lnTo>
                <a:lnTo>
                  <a:pt x="0" y="47954"/>
                </a:lnTo>
                <a:lnTo>
                  <a:pt x="930" y="38556"/>
                </a:lnTo>
                <a:lnTo>
                  <a:pt x="29604" y="3650"/>
                </a:lnTo>
                <a:lnTo>
                  <a:pt x="47957" y="0"/>
                </a:lnTo>
                <a:lnTo>
                  <a:pt x="816562" y="0"/>
                </a:lnTo>
                <a:lnTo>
                  <a:pt x="856462" y="21349"/>
                </a:lnTo>
                <a:lnTo>
                  <a:pt x="864519" y="47954"/>
                </a:lnTo>
                <a:lnTo>
                  <a:pt x="863589" y="57354"/>
                </a:lnTo>
                <a:lnTo>
                  <a:pt x="834915" y="92260"/>
                </a:lnTo>
                <a:lnTo>
                  <a:pt x="816562" y="95911"/>
                </a:lnTo>
                <a:close/>
              </a:path>
            </a:pathLst>
          </a:custGeom>
          <a:solidFill>
            <a:srgbClr val="A6182E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018471" y="0"/>
            <a:ext cx="7238999" cy="10286999"/>
          </a:xfrm>
          <a:prstGeom prst="rect">
            <a:avLst/>
          </a:prstGeom>
        </p:spPr>
      </p:pic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1016000" y="1129434"/>
            <a:ext cx="4166870" cy="1816100"/>
          </a:xfrm>
          <a:prstGeom prst="rect">
            <a:avLst/>
          </a:prstGeom>
        </p:spPr>
        <p:txBody>
          <a:bodyPr vert="horz" wrap="square" lIns="0" tIns="63500" rIns="0" bIns="0" rtlCol="0">
            <a:spAutoFit/>
          </a:bodyPr>
          <a:lstStyle/>
          <a:p>
            <a:pPr marL="12700" marR="5080">
              <a:lnSpc>
                <a:spcPts val="6900"/>
              </a:lnSpc>
              <a:spcBef>
                <a:spcPts val="500"/>
              </a:spcBef>
            </a:pPr>
            <a:r>
              <a:rPr sz="6000" spc="-330" dirty="0">
                <a:solidFill>
                  <a:srgbClr val="000000"/>
                </a:solidFill>
                <a:latin typeface="Lucida Sans Unicode"/>
                <a:cs typeface="Lucida Sans Unicode"/>
              </a:rPr>
              <a:t>KATHLEEN </a:t>
            </a:r>
            <a:r>
              <a:rPr sz="6000" spc="-10" dirty="0">
                <a:solidFill>
                  <a:srgbClr val="000000"/>
                </a:solidFill>
                <a:latin typeface="Lucida Sans Unicode"/>
                <a:cs typeface="Lucida Sans Unicode"/>
              </a:rPr>
              <a:t>OBCEMANE</a:t>
            </a:r>
            <a:endParaRPr sz="6000">
              <a:latin typeface="Lucida Sans Unicode"/>
              <a:cs typeface="Lucida Sans Unicode"/>
            </a:endParaRPr>
          </a:p>
        </p:txBody>
      </p:sp>
      <p:pic>
        <p:nvPicPr>
          <p:cNvPr id="6" name="object 6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870658" y="4274042"/>
            <a:ext cx="76200" cy="76200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870658" y="4635992"/>
            <a:ext cx="76200" cy="76200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870658" y="5721842"/>
            <a:ext cx="76200" cy="76200"/>
          </a:xfrm>
          <a:prstGeom prst="rect">
            <a:avLst/>
          </a:prstGeom>
        </p:spPr>
      </p:pic>
      <p:pic>
        <p:nvPicPr>
          <p:cNvPr id="9" name="object 9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870658" y="6083792"/>
            <a:ext cx="76200" cy="76200"/>
          </a:xfrm>
          <a:prstGeom prst="rect">
            <a:avLst/>
          </a:prstGeom>
        </p:spPr>
      </p:pic>
      <p:pic>
        <p:nvPicPr>
          <p:cNvPr id="10" name="object 10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870658" y="7169642"/>
            <a:ext cx="76200" cy="76200"/>
          </a:xfrm>
          <a:prstGeom prst="rect">
            <a:avLst/>
          </a:prstGeom>
        </p:spPr>
      </p:pic>
      <p:pic>
        <p:nvPicPr>
          <p:cNvPr id="11" name="object 11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870658" y="7531592"/>
            <a:ext cx="76200" cy="76200"/>
          </a:xfrm>
          <a:prstGeom prst="rect">
            <a:avLst/>
          </a:prstGeom>
        </p:spPr>
      </p:pic>
      <p:pic>
        <p:nvPicPr>
          <p:cNvPr id="12" name="object 12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870658" y="7893542"/>
            <a:ext cx="76200" cy="76200"/>
          </a:xfrm>
          <a:prstGeom prst="rect">
            <a:avLst/>
          </a:prstGeom>
        </p:spPr>
      </p:pic>
      <p:pic>
        <p:nvPicPr>
          <p:cNvPr id="13" name="object 1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870658" y="8255492"/>
            <a:ext cx="76200" cy="76200"/>
          </a:xfrm>
          <a:prstGeom prst="rect">
            <a:avLst/>
          </a:prstGeom>
        </p:spPr>
      </p:pic>
      <p:sp>
        <p:nvSpPr>
          <p:cNvPr id="14" name="object 14"/>
          <p:cNvSpPr txBox="1"/>
          <p:nvPr/>
        </p:nvSpPr>
        <p:spPr>
          <a:xfrm>
            <a:off x="570975" y="3140212"/>
            <a:ext cx="6195060" cy="52882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000" spc="-370" dirty="0">
                <a:solidFill>
                  <a:srgbClr val="A6182E"/>
                </a:solidFill>
                <a:latin typeface="Arial Black"/>
                <a:cs typeface="Arial Black"/>
              </a:rPr>
              <a:t>MARKETPLACE</a:t>
            </a:r>
            <a:r>
              <a:rPr sz="3000" spc="-210" dirty="0">
                <a:solidFill>
                  <a:srgbClr val="A6182E"/>
                </a:solidFill>
                <a:latin typeface="Arial Black"/>
                <a:cs typeface="Arial Black"/>
              </a:rPr>
              <a:t> </a:t>
            </a:r>
            <a:r>
              <a:rPr sz="3000" spc="-250" dirty="0">
                <a:solidFill>
                  <a:srgbClr val="A6182E"/>
                </a:solidFill>
                <a:latin typeface="Arial Black"/>
                <a:cs typeface="Arial Black"/>
              </a:rPr>
              <a:t>(ITEM</a:t>
            </a:r>
            <a:r>
              <a:rPr sz="3000" spc="-204" dirty="0">
                <a:solidFill>
                  <a:srgbClr val="A6182E"/>
                </a:solidFill>
                <a:latin typeface="Arial Black"/>
                <a:cs typeface="Arial Black"/>
              </a:rPr>
              <a:t> </a:t>
            </a:r>
            <a:r>
              <a:rPr sz="3000" spc="-280" dirty="0">
                <a:solidFill>
                  <a:srgbClr val="A6182E"/>
                </a:solidFill>
                <a:latin typeface="Arial Black"/>
                <a:cs typeface="Arial Black"/>
              </a:rPr>
              <a:t>VIEW)</a:t>
            </a:r>
            <a:r>
              <a:rPr sz="3000" spc="-204" dirty="0">
                <a:solidFill>
                  <a:srgbClr val="A6182E"/>
                </a:solidFill>
                <a:latin typeface="Arial Black"/>
                <a:cs typeface="Arial Black"/>
              </a:rPr>
              <a:t> </a:t>
            </a:r>
            <a:r>
              <a:rPr sz="3000" spc="-365" dirty="0">
                <a:solidFill>
                  <a:srgbClr val="A6182E"/>
                </a:solidFill>
                <a:latin typeface="Arial Black"/>
                <a:cs typeface="Arial Black"/>
              </a:rPr>
              <a:t>PAGE</a:t>
            </a:r>
            <a:endParaRPr sz="3000">
              <a:latin typeface="Arial Black"/>
              <a:cs typeface="Arial Black"/>
            </a:endParaRPr>
          </a:p>
          <a:p>
            <a:pPr marL="127635">
              <a:lnSpc>
                <a:spcPct val="100000"/>
              </a:lnSpc>
              <a:spcBef>
                <a:spcPts val="1475"/>
              </a:spcBef>
            </a:pPr>
            <a:r>
              <a:rPr sz="1800" spc="-114" dirty="0">
                <a:latin typeface="Arial Black"/>
                <a:cs typeface="Arial Black"/>
              </a:rPr>
              <a:t>Design </a:t>
            </a:r>
            <a:r>
              <a:rPr sz="1800" spc="-10" dirty="0">
                <a:latin typeface="Arial Black"/>
                <a:cs typeface="Arial Black"/>
              </a:rPr>
              <a:t>Approach:</a:t>
            </a:r>
            <a:endParaRPr sz="1800">
              <a:latin typeface="Arial Black"/>
              <a:cs typeface="Arial Black"/>
            </a:endParaRPr>
          </a:p>
          <a:p>
            <a:pPr marL="516255">
              <a:lnSpc>
                <a:spcPct val="100000"/>
              </a:lnSpc>
              <a:spcBef>
                <a:spcPts val="690"/>
              </a:spcBef>
            </a:pPr>
            <a:r>
              <a:rPr sz="1800" dirty="0">
                <a:latin typeface="Lucida Sans"/>
                <a:cs typeface="Lucida Sans"/>
              </a:rPr>
              <a:t>Modern</a:t>
            </a:r>
            <a:r>
              <a:rPr sz="1800" spc="-90" dirty="0">
                <a:latin typeface="Lucida Sans"/>
                <a:cs typeface="Lucida Sans"/>
              </a:rPr>
              <a:t> </a:t>
            </a:r>
            <a:r>
              <a:rPr sz="1800" dirty="0">
                <a:latin typeface="Lucida Sans"/>
                <a:cs typeface="Lucida Sans"/>
              </a:rPr>
              <a:t>and</a:t>
            </a:r>
            <a:r>
              <a:rPr sz="1800" spc="-90" dirty="0">
                <a:latin typeface="Lucida Sans"/>
                <a:cs typeface="Lucida Sans"/>
              </a:rPr>
              <a:t> </a:t>
            </a:r>
            <a:r>
              <a:rPr sz="1800" spc="-20" dirty="0">
                <a:latin typeface="Lucida Sans"/>
                <a:cs typeface="Lucida Sans"/>
              </a:rPr>
              <a:t>minimal</a:t>
            </a:r>
            <a:r>
              <a:rPr sz="1800" spc="-85" dirty="0">
                <a:latin typeface="Lucida Sans"/>
                <a:cs typeface="Lucida Sans"/>
              </a:rPr>
              <a:t> </a:t>
            </a:r>
            <a:r>
              <a:rPr sz="1800" spc="-30" dirty="0">
                <a:latin typeface="Lucida Sans"/>
                <a:cs typeface="Lucida Sans"/>
              </a:rPr>
              <a:t>(inspired</a:t>
            </a:r>
            <a:r>
              <a:rPr sz="1800" spc="-90" dirty="0">
                <a:latin typeface="Lucida Sans"/>
                <a:cs typeface="Lucida Sans"/>
              </a:rPr>
              <a:t> </a:t>
            </a:r>
            <a:r>
              <a:rPr sz="1800" spc="-10" dirty="0">
                <a:latin typeface="Lucida Sans"/>
                <a:cs typeface="Lucida Sans"/>
              </a:rPr>
              <a:t>by</a:t>
            </a:r>
            <a:r>
              <a:rPr sz="1800" spc="-90" dirty="0">
                <a:latin typeface="Lucida Sans"/>
                <a:cs typeface="Lucida Sans"/>
              </a:rPr>
              <a:t> </a:t>
            </a:r>
            <a:r>
              <a:rPr sz="1800" spc="-10" dirty="0">
                <a:latin typeface="Lucida Sans"/>
                <a:cs typeface="Lucida Sans"/>
              </a:rPr>
              <a:t>Depop)</a:t>
            </a:r>
            <a:endParaRPr sz="1800">
              <a:latin typeface="Lucida Sans"/>
              <a:cs typeface="Lucida Sans"/>
            </a:endParaRPr>
          </a:p>
          <a:p>
            <a:pPr marL="516255">
              <a:lnSpc>
                <a:spcPct val="100000"/>
              </a:lnSpc>
              <a:spcBef>
                <a:spcPts val="690"/>
              </a:spcBef>
            </a:pPr>
            <a:r>
              <a:rPr sz="1800" spc="-10" dirty="0">
                <a:latin typeface="Lucida Sans"/>
                <a:cs typeface="Lucida Sans"/>
              </a:rPr>
              <a:t>Styled</a:t>
            </a:r>
            <a:r>
              <a:rPr sz="1800" spc="-114" dirty="0">
                <a:latin typeface="Lucida Sans"/>
                <a:cs typeface="Lucida Sans"/>
              </a:rPr>
              <a:t> </a:t>
            </a:r>
            <a:r>
              <a:rPr sz="1800" spc="-25" dirty="0">
                <a:latin typeface="Lucida Sans"/>
                <a:cs typeface="Lucida Sans"/>
              </a:rPr>
              <a:t>close</a:t>
            </a:r>
            <a:r>
              <a:rPr sz="1800" spc="-114" dirty="0">
                <a:latin typeface="Lucida Sans"/>
                <a:cs typeface="Lucida Sans"/>
              </a:rPr>
              <a:t> </a:t>
            </a:r>
            <a:r>
              <a:rPr sz="1800" dirty="0">
                <a:latin typeface="Lucida Sans"/>
                <a:cs typeface="Lucida Sans"/>
              </a:rPr>
              <a:t>to</a:t>
            </a:r>
            <a:r>
              <a:rPr sz="1800" spc="-110" dirty="0">
                <a:latin typeface="Lucida Sans"/>
                <a:cs typeface="Lucida Sans"/>
              </a:rPr>
              <a:t> </a:t>
            </a:r>
            <a:r>
              <a:rPr sz="1800" spc="55" dirty="0">
                <a:latin typeface="Lucida Sans"/>
                <a:cs typeface="Lucida Sans"/>
              </a:rPr>
              <a:t>MQU</a:t>
            </a:r>
            <a:r>
              <a:rPr sz="1800" spc="-114" dirty="0">
                <a:latin typeface="Lucida Sans"/>
                <a:cs typeface="Lucida Sans"/>
              </a:rPr>
              <a:t> </a:t>
            </a:r>
            <a:r>
              <a:rPr sz="1800" spc="-30" dirty="0">
                <a:latin typeface="Lucida Sans"/>
                <a:cs typeface="Lucida Sans"/>
              </a:rPr>
              <a:t>branding</a:t>
            </a:r>
            <a:r>
              <a:rPr sz="1800" spc="-110" dirty="0">
                <a:latin typeface="Lucida Sans"/>
                <a:cs typeface="Lucida Sans"/>
              </a:rPr>
              <a:t> </a:t>
            </a:r>
            <a:r>
              <a:rPr sz="1800" dirty="0">
                <a:latin typeface="Lucida Sans"/>
                <a:cs typeface="Lucida Sans"/>
              </a:rPr>
              <a:t>to</a:t>
            </a:r>
            <a:r>
              <a:rPr sz="1800" spc="-114" dirty="0">
                <a:latin typeface="Lucida Sans"/>
                <a:cs typeface="Lucida Sans"/>
              </a:rPr>
              <a:t> </a:t>
            </a:r>
            <a:r>
              <a:rPr sz="1800" spc="-10" dirty="0">
                <a:latin typeface="Lucida Sans"/>
                <a:cs typeface="Lucida Sans"/>
              </a:rPr>
              <a:t>keep</a:t>
            </a:r>
            <a:r>
              <a:rPr sz="1800" spc="-110" dirty="0">
                <a:latin typeface="Lucida Sans"/>
                <a:cs typeface="Lucida Sans"/>
              </a:rPr>
              <a:t> </a:t>
            </a:r>
            <a:r>
              <a:rPr sz="1800" spc="-10" dirty="0">
                <a:latin typeface="Lucida Sans"/>
                <a:cs typeface="Lucida Sans"/>
              </a:rPr>
              <a:t>it</a:t>
            </a:r>
            <a:r>
              <a:rPr sz="1800" spc="-114" dirty="0">
                <a:latin typeface="Lucida Sans"/>
                <a:cs typeface="Lucida Sans"/>
              </a:rPr>
              <a:t> </a:t>
            </a:r>
            <a:r>
              <a:rPr sz="1800" spc="-10" dirty="0">
                <a:latin typeface="Lucida Sans"/>
                <a:cs typeface="Lucida Sans"/>
              </a:rPr>
              <a:t>familiar</a:t>
            </a:r>
            <a:endParaRPr sz="1800">
              <a:latin typeface="Lucida Sans"/>
              <a:cs typeface="Lucida Sans"/>
            </a:endParaRPr>
          </a:p>
          <a:p>
            <a:pPr>
              <a:lnSpc>
                <a:spcPct val="100000"/>
              </a:lnSpc>
              <a:spcBef>
                <a:spcPts val="1420"/>
              </a:spcBef>
            </a:pPr>
            <a:endParaRPr sz="1800">
              <a:latin typeface="Lucida Sans"/>
              <a:cs typeface="Lucida Sans"/>
            </a:endParaRPr>
          </a:p>
          <a:p>
            <a:pPr marL="127635">
              <a:lnSpc>
                <a:spcPct val="100000"/>
              </a:lnSpc>
            </a:pPr>
            <a:r>
              <a:rPr sz="1800" spc="-165" dirty="0">
                <a:latin typeface="Arial Black"/>
                <a:cs typeface="Arial Black"/>
              </a:rPr>
              <a:t>Page</a:t>
            </a:r>
            <a:r>
              <a:rPr sz="1800" spc="-114" dirty="0">
                <a:latin typeface="Arial Black"/>
                <a:cs typeface="Arial Black"/>
              </a:rPr>
              <a:t> </a:t>
            </a:r>
            <a:r>
              <a:rPr sz="1800" spc="-10" dirty="0">
                <a:latin typeface="Arial Black"/>
                <a:cs typeface="Arial Black"/>
              </a:rPr>
              <a:t>Choice:</a:t>
            </a:r>
            <a:endParaRPr sz="1800">
              <a:latin typeface="Arial Black"/>
              <a:cs typeface="Arial Black"/>
            </a:endParaRPr>
          </a:p>
          <a:p>
            <a:pPr marL="516255">
              <a:lnSpc>
                <a:spcPct val="100000"/>
              </a:lnSpc>
              <a:spcBef>
                <a:spcPts val="690"/>
              </a:spcBef>
            </a:pPr>
            <a:r>
              <a:rPr sz="1800" dirty="0">
                <a:latin typeface="Lucida Sans"/>
                <a:cs typeface="Lucida Sans"/>
              </a:rPr>
              <a:t>Marketplace</a:t>
            </a:r>
            <a:r>
              <a:rPr sz="1800" spc="-120" dirty="0">
                <a:latin typeface="Lucida Sans"/>
                <a:cs typeface="Lucida Sans"/>
              </a:rPr>
              <a:t> </a:t>
            </a:r>
            <a:r>
              <a:rPr sz="1800" dirty="0">
                <a:latin typeface="Lucida Sans"/>
                <a:cs typeface="Lucida Sans"/>
              </a:rPr>
              <a:t>item</a:t>
            </a:r>
            <a:r>
              <a:rPr sz="1800" spc="-120" dirty="0">
                <a:latin typeface="Lucida Sans"/>
                <a:cs typeface="Lucida Sans"/>
              </a:rPr>
              <a:t> </a:t>
            </a:r>
            <a:r>
              <a:rPr sz="1800" dirty="0">
                <a:latin typeface="Lucida Sans"/>
                <a:cs typeface="Lucida Sans"/>
              </a:rPr>
              <a:t>view</a:t>
            </a:r>
            <a:r>
              <a:rPr sz="1800" spc="-114" dirty="0">
                <a:latin typeface="Lucida Sans"/>
                <a:cs typeface="Lucida Sans"/>
              </a:rPr>
              <a:t> </a:t>
            </a:r>
            <a:r>
              <a:rPr sz="1800" spc="-20" dirty="0">
                <a:latin typeface="Lucida Sans"/>
                <a:cs typeface="Lucida Sans"/>
              </a:rPr>
              <a:t>page</a:t>
            </a:r>
            <a:endParaRPr sz="1800">
              <a:latin typeface="Lucida Sans"/>
              <a:cs typeface="Lucida Sans"/>
            </a:endParaRPr>
          </a:p>
          <a:p>
            <a:pPr marL="516255">
              <a:lnSpc>
                <a:spcPct val="100000"/>
              </a:lnSpc>
              <a:spcBef>
                <a:spcPts val="690"/>
              </a:spcBef>
            </a:pPr>
            <a:r>
              <a:rPr sz="1800" spc="-40" dirty="0">
                <a:latin typeface="Lucida Sans"/>
                <a:cs typeface="Lucida Sans"/>
              </a:rPr>
              <a:t>Target</a:t>
            </a:r>
            <a:r>
              <a:rPr sz="1800" spc="-95" dirty="0">
                <a:latin typeface="Lucida Sans"/>
                <a:cs typeface="Lucida Sans"/>
              </a:rPr>
              <a:t> </a:t>
            </a:r>
            <a:r>
              <a:rPr sz="1800" spc="-30" dirty="0">
                <a:latin typeface="Lucida Sans"/>
                <a:cs typeface="Lucida Sans"/>
              </a:rPr>
              <a:t>Audience:</a:t>
            </a:r>
            <a:r>
              <a:rPr sz="1800" spc="-90" dirty="0">
                <a:latin typeface="Lucida Sans"/>
                <a:cs typeface="Lucida Sans"/>
              </a:rPr>
              <a:t> </a:t>
            </a:r>
            <a:r>
              <a:rPr sz="1800" spc="-10" dirty="0">
                <a:latin typeface="Lucida Sans"/>
                <a:cs typeface="Lucida Sans"/>
              </a:rPr>
              <a:t>University</a:t>
            </a:r>
            <a:r>
              <a:rPr sz="1800" spc="-90" dirty="0">
                <a:latin typeface="Lucida Sans"/>
                <a:cs typeface="Lucida Sans"/>
              </a:rPr>
              <a:t> </a:t>
            </a:r>
            <a:r>
              <a:rPr sz="1800" spc="-10" dirty="0">
                <a:latin typeface="Lucida Sans"/>
                <a:cs typeface="Lucida Sans"/>
              </a:rPr>
              <a:t>students</a:t>
            </a:r>
            <a:r>
              <a:rPr sz="1800" spc="-90" dirty="0">
                <a:latin typeface="Lucida Sans"/>
                <a:cs typeface="Lucida Sans"/>
              </a:rPr>
              <a:t> </a:t>
            </a:r>
            <a:r>
              <a:rPr sz="1800" spc="60" dirty="0">
                <a:latin typeface="Lucida Sans"/>
                <a:cs typeface="Lucida Sans"/>
              </a:rPr>
              <a:t>&amp;</a:t>
            </a:r>
            <a:r>
              <a:rPr sz="1800" spc="-95" dirty="0">
                <a:latin typeface="Lucida Sans"/>
                <a:cs typeface="Lucida Sans"/>
              </a:rPr>
              <a:t> </a:t>
            </a:r>
            <a:r>
              <a:rPr sz="1800" spc="-40" dirty="0">
                <a:latin typeface="Lucida Sans"/>
                <a:cs typeface="Lucida Sans"/>
              </a:rPr>
              <a:t>young</a:t>
            </a:r>
            <a:r>
              <a:rPr sz="1800" spc="-90" dirty="0">
                <a:latin typeface="Lucida Sans"/>
                <a:cs typeface="Lucida Sans"/>
              </a:rPr>
              <a:t> </a:t>
            </a:r>
            <a:r>
              <a:rPr sz="1800" spc="-10" dirty="0">
                <a:latin typeface="Lucida Sans"/>
                <a:cs typeface="Lucida Sans"/>
              </a:rPr>
              <a:t>adults</a:t>
            </a:r>
            <a:endParaRPr sz="1800">
              <a:latin typeface="Lucida Sans"/>
              <a:cs typeface="Lucida Sans"/>
            </a:endParaRPr>
          </a:p>
          <a:p>
            <a:pPr>
              <a:lnSpc>
                <a:spcPct val="100000"/>
              </a:lnSpc>
              <a:spcBef>
                <a:spcPts val="730"/>
              </a:spcBef>
            </a:pPr>
            <a:endParaRPr sz="1800">
              <a:latin typeface="Lucida Sans"/>
              <a:cs typeface="Lucida Sans"/>
            </a:endParaRPr>
          </a:p>
          <a:p>
            <a:pPr marL="516255" marR="3124200" indent="-388620">
              <a:lnSpc>
                <a:spcPct val="131900"/>
              </a:lnSpc>
            </a:pPr>
            <a:r>
              <a:rPr sz="1800" spc="-95" dirty="0">
                <a:latin typeface="Arial Black"/>
                <a:cs typeface="Arial Black"/>
              </a:rPr>
              <a:t>Layout</a:t>
            </a:r>
            <a:r>
              <a:rPr sz="1800" spc="-120" dirty="0">
                <a:latin typeface="Arial Black"/>
                <a:cs typeface="Arial Black"/>
              </a:rPr>
              <a:t> </a:t>
            </a:r>
            <a:r>
              <a:rPr sz="1800" spc="-260" dirty="0">
                <a:latin typeface="Arial Black"/>
                <a:cs typeface="Arial Black"/>
              </a:rPr>
              <a:t>&amp;</a:t>
            </a:r>
            <a:r>
              <a:rPr sz="1800" spc="-114" dirty="0">
                <a:latin typeface="Arial Black"/>
                <a:cs typeface="Arial Black"/>
              </a:rPr>
              <a:t> </a:t>
            </a:r>
            <a:r>
              <a:rPr sz="1800" spc="-10" dirty="0">
                <a:latin typeface="Arial Black"/>
                <a:cs typeface="Arial Black"/>
              </a:rPr>
              <a:t>Features: </a:t>
            </a:r>
            <a:r>
              <a:rPr sz="1800" dirty="0">
                <a:latin typeface="Lucida Sans"/>
                <a:cs typeface="Lucida Sans"/>
              </a:rPr>
              <a:t>Breadcrumb </a:t>
            </a:r>
            <a:r>
              <a:rPr sz="1800" spc="-25" dirty="0">
                <a:latin typeface="Lucida Sans"/>
                <a:cs typeface="Lucida Sans"/>
              </a:rPr>
              <a:t>navigation </a:t>
            </a:r>
            <a:r>
              <a:rPr sz="1800" spc="-10" dirty="0">
                <a:latin typeface="Lucida Sans"/>
                <a:cs typeface="Lucida Sans"/>
              </a:rPr>
              <a:t>Minimal</a:t>
            </a:r>
            <a:r>
              <a:rPr sz="1800" spc="-105" dirty="0">
                <a:latin typeface="Lucida Sans"/>
                <a:cs typeface="Lucida Sans"/>
              </a:rPr>
              <a:t> </a:t>
            </a:r>
            <a:r>
              <a:rPr sz="1800" spc="-20" dirty="0">
                <a:latin typeface="Lucida Sans"/>
                <a:cs typeface="Lucida Sans"/>
              </a:rPr>
              <a:t>logo</a:t>
            </a:r>
            <a:endParaRPr sz="1800">
              <a:latin typeface="Lucida Sans"/>
              <a:cs typeface="Lucida Sans"/>
            </a:endParaRPr>
          </a:p>
          <a:p>
            <a:pPr marL="516255">
              <a:lnSpc>
                <a:spcPct val="100000"/>
              </a:lnSpc>
              <a:spcBef>
                <a:spcPts val="690"/>
              </a:spcBef>
            </a:pPr>
            <a:r>
              <a:rPr sz="1800" spc="-30" dirty="0">
                <a:latin typeface="Lucida Sans"/>
                <a:cs typeface="Lucida Sans"/>
              </a:rPr>
              <a:t>Category</a:t>
            </a:r>
            <a:r>
              <a:rPr sz="1800" spc="-100" dirty="0">
                <a:latin typeface="Lucida Sans"/>
                <a:cs typeface="Lucida Sans"/>
              </a:rPr>
              <a:t> </a:t>
            </a:r>
            <a:r>
              <a:rPr sz="1800" spc="-20" dirty="0">
                <a:latin typeface="Lucida Sans"/>
                <a:cs typeface="Lucida Sans"/>
              </a:rPr>
              <a:t>tags</a:t>
            </a:r>
            <a:endParaRPr sz="1800">
              <a:latin typeface="Lucida Sans"/>
              <a:cs typeface="Lucida Sans"/>
            </a:endParaRPr>
          </a:p>
          <a:p>
            <a:pPr marL="516255">
              <a:lnSpc>
                <a:spcPct val="100000"/>
              </a:lnSpc>
              <a:spcBef>
                <a:spcPts val="690"/>
              </a:spcBef>
            </a:pPr>
            <a:r>
              <a:rPr sz="1800" dirty="0">
                <a:latin typeface="Lucida Sans"/>
                <a:cs typeface="Lucida Sans"/>
              </a:rPr>
              <a:t>Product</a:t>
            </a:r>
            <a:r>
              <a:rPr sz="1800" spc="-105" dirty="0">
                <a:latin typeface="Lucida Sans"/>
                <a:cs typeface="Lucida Sans"/>
              </a:rPr>
              <a:t> </a:t>
            </a:r>
            <a:r>
              <a:rPr sz="1800" spc="-10" dirty="0">
                <a:latin typeface="Lucida Sans"/>
                <a:cs typeface="Lucida Sans"/>
              </a:rPr>
              <a:t>recommendations</a:t>
            </a:r>
            <a:endParaRPr sz="1800">
              <a:latin typeface="Lucida Sans"/>
              <a:cs typeface="Lucida Sans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082128" y="1028699"/>
            <a:ext cx="864869" cy="96520"/>
          </a:xfrm>
          <a:custGeom>
            <a:avLst/>
            <a:gdLst/>
            <a:ahLst/>
            <a:cxnLst/>
            <a:rect l="l" t="t" r="r" b="b"/>
            <a:pathLst>
              <a:path w="864869" h="96519">
                <a:moveTo>
                  <a:pt x="816565" y="95911"/>
                </a:moveTo>
                <a:lnTo>
                  <a:pt x="47957" y="95911"/>
                </a:lnTo>
                <a:lnTo>
                  <a:pt x="38557" y="94981"/>
                </a:lnTo>
                <a:lnTo>
                  <a:pt x="3651" y="66306"/>
                </a:lnTo>
                <a:lnTo>
                  <a:pt x="0" y="47954"/>
                </a:lnTo>
                <a:lnTo>
                  <a:pt x="930" y="38556"/>
                </a:lnTo>
                <a:lnTo>
                  <a:pt x="29604" y="3650"/>
                </a:lnTo>
                <a:lnTo>
                  <a:pt x="47957" y="0"/>
                </a:lnTo>
                <a:lnTo>
                  <a:pt x="816565" y="0"/>
                </a:lnTo>
                <a:lnTo>
                  <a:pt x="856462" y="21349"/>
                </a:lnTo>
                <a:lnTo>
                  <a:pt x="864519" y="47954"/>
                </a:lnTo>
                <a:lnTo>
                  <a:pt x="863589" y="57354"/>
                </a:lnTo>
                <a:lnTo>
                  <a:pt x="834915" y="92260"/>
                </a:lnTo>
                <a:lnTo>
                  <a:pt x="816565" y="95911"/>
                </a:lnTo>
                <a:close/>
              </a:path>
            </a:pathLst>
          </a:custGeom>
          <a:solidFill>
            <a:srgbClr val="A6182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2069585" y="1028699"/>
            <a:ext cx="864869" cy="96520"/>
          </a:xfrm>
          <a:custGeom>
            <a:avLst/>
            <a:gdLst/>
            <a:ahLst/>
            <a:cxnLst/>
            <a:rect l="l" t="t" r="r" b="b"/>
            <a:pathLst>
              <a:path w="864869" h="96519">
                <a:moveTo>
                  <a:pt x="816562" y="95911"/>
                </a:moveTo>
                <a:lnTo>
                  <a:pt x="47957" y="95911"/>
                </a:lnTo>
                <a:lnTo>
                  <a:pt x="38557" y="94981"/>
                </a:lnTo>
                <a:lnTo>
                  <a:pt x="3650" y="66306"/>
                </a:lnTo>
                <a:lnTo>
                  <a:pt x="0" y="47954"/>
                </a:lnTo>
                <a:lnTo>
                  <a:pt x="930" y="38556"/>
                </a:lnTo>
                <a:lnTo>
                  <a:pt x="29604" y="3650"/>
                </a:lnTo>
                <a:lnTo>
                  <a:pt x="47957" y="0"/>
                </a:lnTo>
                <a:lnTo>
                  <a:pt x="816562" y="0"/>
                </a:lnTo>
                <a:lnTo>
                  <a:pt x="856462" y="21349"/>
                </a:lnTo>
                <a:lnTo>
                  <a:pt x="864519" y="47954"/>
                </a:lnTo>
                <a:lnTo>
                  <a:pt x="863589" y="57354"/>
                </a:lnTo>
                <a:lnTo>
                  <a:pt x="834915" y="92260"/>
                </a:lnTo>
                <a:lnTo>
                  <a:pt x="816562" y="95911"/>
                </a:lnTo>
                <a:close/>
              </a:path>
            </a:pathLst>
          </a:custGeom>
          <a:solidFill>
            <a:srgbClr val="A6182E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144000" y="363434"/>
            <a:ext cx="7524749" cy="9563099"/>
          </a:xfrm>
          <a:prstGeom prst="rect">
            <a:avLst/>
          </a:prstGeom>
        </p:spPr>
      </p:pic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1016000" y="1129434"/>
            <a:ext cx="1383030" cy="939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6000" spc="-95" dirty="0">
                <a:solidFill>
                  <a:srgbClr val="000000"/>
                </a:solidFill>
                <a:latin typeface="Lucida Sans Unicode"/>
                <a:cs typeface="Lucida Sans Unicode"/>
              </a:rPr>
              <a:t>MIA</a:t>
            </a:r>
            <a:endParaRPr sz="6000">
              <a:latin typeface="Lucida Sans Unicode"/>
              <a:cs typeface="Lucida Sans Unicode"/>
            </a:endParaRPr>
          </a:p>
        </p:txBody>
      </p:sp>
      <p:pic>
        <p:nvPicPr>
          <p:cNvPr id="6" name="object 6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253578" y="3665311"/>
            <a:ext cx="76200" cy="76200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253578" y="3979636"/>
            <a:ext cx="76200" cy="76200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253578" y="5236936"/>
            <a:ext cx="76200" cy="76200"/>
          </a:xfrm>
          <a:prstGeom prst="rect">
            <a:avLst/>
          </a:prstGeom>
        </p:spPr>
      </p:pic>
      <p:pic>
        <p:nvPicPr>
          <p:cNvPr id="9" name="object 9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253578" y="5551261"/>
            <a:ext cx="76200" cy="76200"/>
          </a:xfrm>
          <a:prstGeom prst="rect">
            <a:avLst/>
          </a:prstGeom>
        </p:spPr>
      </p:pic>
      <p:pic>
        <p:nvPicPr>
          <p:cNvPr id="10" name="object 10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253578" y="5865586"/>
            <a:ext cx="76200" cy="76200"/>
          </a:xfrm>
          <a:prstGeom prst="rect">
            <a:avLst/>
          </a:prstGeom>
        </p:spPr>
      </p:pic>
      <p:pic>
        <p:nvPicPr>
          <p:cNvPr id="11" name="object 11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253578" y="6808561"/>
            <a:ext cx="76200" cy="76200"/>
          </a:xfrm>
          <a:prstGeom prst="rect">
            <a:avLst/>
          </a:prstGeom>
        </p:spPr>
      </p:pic>
      <p:pic>
        <p:nvPicPr>
          <p:cNvPr id="12" name="object 12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253578" y="7122886"/>
            <a:ext cx="76200" cy="76200"/>
          </a:xfrm>
          <a:prstGeom prst="rect">
            <a:avLst/>
          </a:prstGeom>
        </p:spPr>
      </p:pic>
      <p:pic>
        <p:nvPicPr>
          <p:cNvPr id="13" name="object 1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253578" y="7437211"/>
            <a:ext cx="76200" cy="76200"/>
          </a:xfrm>
          <a:prstGeom prst="rect">
            <a:avLst/>
          </a:prstGeom>
        </p:spPr>
      </p:pic>
      <p:pic>
        <p:nvPicPr>
          <p:cNvPr id="14" name="object 1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253578" y="7751536"/>
            <a:ext cx="76200" cy="76200"/>
          </a:xfrm>
          <a:prstGeom prst="rect">
            <a:avLst/>
          </a:prstGeom>
        </p:spPr>
      </p:pic>
      <p:sp>
        <p:nvSpPr>
          <p:cNvPr id="15" name="object 15"/>
          <p:cNvSpPr txBox="1"/>
          <p:nvPr/>
        </p:nvSpPr>
        <p:spPr>
          <a:xfrm>
            <a:off x="1016000" y="2258735"/>
            <a:ext cx="6358255" cy="566610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400" spc="-245" dirty="0">
                <a:latin typeface="Arial Black"/>
                <a:cs typeface="Arial Black"/>
              </a:rPr>
              <a:t>Marketplace</a:t>
            </a:r>
            <a:r>
              <a:rPr sz="3400" spc="-254" dirty="0">
                <a:latin typeface="Arial Black"/>
                <a:cs typeface="Arial Black"/>
              </a:rPr>
              <a:t> </a:t>
            </a:r>
            <a:r>
              <a:rPr sz="3400" spc="-365" dirty="0">
                <a:latin typeface="Arial Black"/>
                <a:cs typeface="Arial Black"/>
              </a:rPr>
              <a:t>Page</a:t>
            </a:r>
            <a:endParaRPr sz="3400">
              <a:latin typeface="Arial Black"/>
              <a:cs typeface="Arial Black"/>
            </a:endParaRPr>
          </a:p>
          <a:p>
            <a:pPr marL="66040">
              <a:lnSpc>
                <a:spcPct val="100000"/>
              </a:lnSpc>
              <a:spcBef>
                <a:spcPts val="3520"/>
              </a:spcBef>
            </a:pPr>
            <a:r>
              <a:rPr sz="1800" spc="-10" dirty="0">
                <a:latin typeface="Arial Black"/>
                <a:cs typeface="Arial Black"/>
              </a:rPr>
              <a:t>Design</a:t>
            </a:r>
            <a:endParaRPr sz="1800">
              <a:latin typeface="Arial Black"/>
              <a:cs typeface="Arial Black"/>
            </a:endParaRPr>
          </a:p>
          <a:p>
            <a:pPr marL="454659">
              <a:lnSpc>
                <a:spcPct val="100000"/>
              </a:lnSpc>
              <a:spcBef>
                <a:spcPts val="315"/>
              </a:spcBef>
            </a:pPr>
            <a:r>
              <a:rPr sz="1800" dirty="0">
                <a:latin typeface="Lucida Sans"/>
                <a:cs typeface="Lucida Sans"/>
              </a:rPr>
              <a:t>Red</a:t>
            </a:r>
            <a:r>
              <a:rPr sz="1800" spc="-110" dirty="0">
                <a:latin typeface="Lucida Sans"/>
                <a:cs typeface="Lucida Sans"/>
              </a:rPr>
              <a:t> </a:t>
            </a:r>
            <a:r>
              <a:rPr sz="1800" dirty="0">
                <a:latin typeface="Lucida Sans"/>
                <a:cs typeface="Lucida Sans"/>
              </a:rPr>
              <a:t>and</a:t>
            </a:r>
            <a:r>
              <a:rPr sz="1800" spc="-110" dirty="0">
                <a:latin typeface="Lucida Sans"/>
                <a:cs typeface="Lucida Sans"/>
              </a:rPr>
              <a:t> </a:t>
            </a:r>
            <a:r>
              <a:rPr sz="1800" spc="-10" dirty="0">
                <a:latin typeface="Lucida Sans"/>
                <a:cs typeface="Lucida Sans"/>
              </a:rPr>
              <a:t>white:</a:t>
            </a:r>
            <a:r>
              <a:rPr sz="1800" spc="-110" dirty="0">
                <a:latin typeface="Lucida Sans"/>
                <a:cs typeface="Lucida Sans"/>
              </a:rPr>
              <a:t> </a:t>
            </a:r>
            <a:r>
              <a:rPr sz="1800" spc="-30" dirty="0">
                <a:latin typeface="Lucida Sans"/>
                <a:cs typeface="Lucida Sans"/>
              </a:rPr>
              <a:t>bright</a:t>
            </a:r>
            <a:r>
              <a:rPr sz="1800" spc="-105" dirty="0">
                <a:latin typeface="Lucida Sans"/>
                <a:cs typeface="Lucida Sans"/>
              </a:rPr>
              <a:t> </a:t>
            </a:r>
            <a:r>
              <a:rPr sz="1800" dirty="0">
                <a:latin typeface="Lucida Sans"/>
                <a:cs typeface="Lucida Sans"/>
              </a:rPr>
              <a:t>and</a:t>
            </a:r>
            <a:r>
              <a:rPr sz="1800" spc="-110" dirty="0">
                <a:latin typeface="Lucida Sans"/>
                <a:cs typeface="Lucida Sans"/>
              </a:rPr>
              <a:t> </a:t>
            </a:r>
            <a:r>
              <a:rPr sz="1800" spc="-10" dirty="0">
                <a:latin typeface="Lucida Sans"/>
                <a:cs typeface="Lucida Sans"/>
              </a:rPr>
              <a:t>consistent</a:t>
            </a:r>
            <a:endParaRPr sz="1800">
              <a:latin typeface="Lucida Sans"/>
              <a:cs typeface="Lucida Sans"/>
            </a:endParaRPr>
          </a:p>
          <a:p>
            <a:pPr marL="454659" marR="5080">
              <a:lnSpc>
                <a:spcPct val="114599"/>
              </a:lnSpc>
            </a:pPr>
            <a:r>
              <a:rPr sz="1800" spc="55" dirty="0">
                <a:latin typeface="Lucida Sans"/>
                <a:cs typeface="Lucida Sans"/>
              </a:rPr>
              <a:t>Bold</a:t>
            </a:r>
            <a:r>
              <a:rPr sz="1800" spc="-100" dirty="0">
                <a:latin typeface="Lucida Sans"/>
                <a:cs typeface="Lucida Sans"/>
              </a:rPr>
              <a:t> </a:t>
            </a:r>
            <a:r>
              <a:rPr sz="1800" dirty="0">
                <a:latin typeface="Lucida Sans"/>
                <a:cs typeface="Lucida Sans"/>
              </a:rPr>
              <a:t>to</a:t>
            </a:r>
            <a:r>
              <a:rPr sz="1800" spc="-100" dirty="0">
                <a:latin typeface="Lucida Sans"/>
                <a:cs typeface="Lucida Sans"/>
              </a:rPr>
              <a:t> </a:t>
            </a:r>
            <a:r>
              <a:rPr sz="1800" spc="-40" dirty="0">
                <a:latin typeface="Lucida Sans"/>
                <a:cs typeface="Lucida Sans"/>
              </a:rPr>
              <a:t>highlight</a:t>
            </a:r>
            <a:r>
              <a:rPr sz="1800" spc="-95" dirty="0">
                <a:latin typeface="Lucida Sans"/>
                <a:cs typeface="Lucida Sans"/>
              </a:rPr>
              <a:t> </a:t>
            </a:r>
            <a:r>
              <a:rPr sz="1800" dirty="0">
                <a:latin typeface="Lucida Sans"/>
                <a:cs typeface="Lucida Sans"/>
              </a:rPr>
              <a:t>important</a:t>
            </a:r>
            <a:r>
              <a:rPr sz="1800" spc="-100" dirty="0">
                <a:latin typeface="Lucida Sans"/>
                <a:cs typeface="Lucida Sans"/>
              </a:rPr>
              <a:t> </a:t>
            </a:r>
            <a:r>
              <a:rPr sz="1800" dirty="0">
                <a:latin typeface="Lucida Sans"/>
                <a:cs typeface="Lucida Sans"/>
              </a:rPr>
              <a:t>actions</a:t>
            </a:r>
            <a:r>
              <a:rPr sz="1800" spc="-95" dirty="0">
                <a:latin typeface="Lucida Sans"/>
                <a:cs typeface="Lucida Sans"/>
              </a:rPr>
              <a:t> </a:t>
            </a:r>
            <a:r>
              <a:rPr sz="1800" dirty="0">
                <a:latin typeface="Lucida Sans"/>
                <a:cs typeface="Lucida Sans"/>
              </a:rPr>
              <a:t>such</a:t>
            </a:r>
            <a:r>
              <a:rPr sz="1800" spc="-100" dirty="0">
                <a:latin typeface="Lucida Sans"/>
                <a:cs typeface="Lucida Sans"/>
              </a:rPr>
              <a:t> </a:t>
            </a:r>
            <a:r>
              <a:rPr sz="1800" spc="-10" dirty="0">
                <a:latin typeface="Lucida Sans"/>
                <a:cs typeface="Lucida Sans"/>
              </a:rPr>
              <a:t>as</a:t>
            </a:r>
            <a:r>
              <a:rPr sz="1800" spc="-95" dirty="0">
                <a:latin typeface="Lucida Sans"/>
                <a:cs typeface="Lucida Sans"/>
              </a:rPr>
              <a:t> </a:t>
            </a:r>
            <a:r>
              <a:rPr sz="1800" dirty="0">
                <a:latin typeface="Lucida Sans"/>
                <a:cs typeface="Lucida Sans"/>
              </a:rPr>
              <a:t>Chat,</a:t>
            </a:r>
            <a:r>
              <a:rPr sz="1800" spc="-100" dirty="0">
                <a:latin typeface="Lucida Sans"/>
                <a:cs typeface="Lucida Sans"/>
              </a:rPr>
              <a:t> </a:t>
            </a:r>
            <a:r>
              <a:rPr sz="1800" spc="-20" dirty="0">
                <a:latin typeface="Lucida Sans"/>
                <a:cs typeface="Lucida Sans"/>
              </a:rPr>
              <a:t>Sign </a:t>
            </a:r>
            <a:r>
              <a:rPr sz="1800" spc="-25" dirty="0">
                <a:latin typeface="Lucida Sans"/>
                <a:cs typeface="Lucida Sans"/>
              </a:rPr>
              <a:t>Out</a:t>
            </a:r>
            <a:endParaRPr sz="1800">
              <a:latin typeface="Lucida Sans"/>
              <a:cs typeface="Lucida Sans"/>
            </a:endParaRPr>
          </a:p>
          <a:p>
            <a:pPr>
              <a:lnSpc>
                <a:spcPct val="100000"/>
              </a:lnSpc>
              <a:spcBef>
                <a:spcPts val="670"/>
              </a:spcBef>
            </a:pPr>
            <a:endParaRPr sz="1800">
              <a:latin typeface="Lucida Sans"/>
              <a:cs typeface="Lucida Sans"/>
            </a:endParaRPr>
          </a:p>
          <a:p>
            <a:pPr marL="66040">
              <a:lnSpc>
                <a:spcPct val="100000"/>
              </a:lnSpc>
            </a:pPr>
            <a:r>
              <a:rPr sz="1800" spc="-145" dirty="0">
                <a:latin typeface="Arial Black"/>
                <a:cs typeface="Arial Black"/>
              </a:rPr>
              <a:t>Visual</a:t>
            </a:r>
            <a:r>
              <a:rPr sz="1800" spc="-135" dirty="0">
                <a:latin typeface="Arial Black"/>
                <a:cs typeface="Arial Black"/>
              </a:rPr>
              <a:t> </a:t>
            </a:r>
            <a:r>
              <a:rPr sz="1800" spc="-10" dirty="0">
                <a:latin typeface="Arial Black"/>
                <a:cs typeface="Arial Black"/>
              </a:rPr>
              <a:t>hierarchy</a:t>
            </a:r>
            <a:endParaRPr sz="1800">
              <a:latin typeface="Arial Black"/>
              <a:cs typeface="Arial Black"/>
            </a:endParaRPr>
          </a:p>
          <a:p>
            <a:pPr marL="454659" marR="1612265">
              <a:lnSpc>
                <a:spcPct val="114599"/>
              </a:lnSpc>
            </a:pPr>
            <a:r>
              <a:rPr sz="1800" spc="-25" dirty="0">
                <a:latin typeface="Lucida Sans"/>
                <a:cs typeface="Lucida Sans"/>
              </a:rPr>
              <a:t>Navigation/search</a:t>
            </a:r>
            <a:r>
              <a:rPr sz="1800" spc="-60" dirty="0">
                <a:latin typeface="Lucida Sans"/>
                <a:cs typeface="Lucida Sans"/>
              </a:rPr>
              <a:t> </a:t>
            </a:r>
            <a:r>
              <a:rPr sz="1800" dirty="0">
                <a:latin typeface="Lucida Sans"/>
                <a:cs typeface="Lucida Sans"/>
              </a:rPr>
              <a:t>functions</a:t>
            </a:r>
            <a:r>
              <a:rPr sz="1800" spc="-55" dirty="0">
                <a:latin typeface="Lucida Sans"/>
                <a:cs typeface="Lucida Sans"/>
              </a:rPr>
              <a:t> </a:t>
            </a:r>
            <a:r>
              <a:rPr sz="1800" dirty="0">
                <a:latin typeface="Lucida Sans"/>
                <a:cs typeface="Lucida Sans"/>
              </a:rPr>
              <a:t>at</a:t>
            </a:r>
            <a:r>
              <a:rPr sz="1800" spc="-55" dirty="0">
                <a:latin typeface="Lucida Sans"/>
                <a:cs typeface="Lucida Sans"/>
              </a:rPr>
              <a:t> </a:t>
            </a:r>
            <a:r>
              <a:rPr sz="1800" dirty="0">
                <a:latin typeface="Lucida Sans"/>
                <a:cs typeface="Lucida Sans"/>
              </a:rPr>
              <a:t>the</a:t>
            </a:r>
            <a:r>
              <a:rPr sz="1800" spc="-55" dirty="0">
                <a:latin typeface="Lucida Sans"/>
                <a:cs typeface="Lucida Sans"/>
              </a:rPr>
              <a:t> </a:t>
            </a:r>
            <a:r>
              <a:rPr sz="1800" spc="-20" dirty="0">
                <a:latin typeface="Lucida Sans"/>
                <a:cs typeface="Lucida Sans"/>
              </a:rPr>
              <a:t>top. </a:t>
            </a:r>
            <a:r>
              <a:rPr sz="1800" dirty="0">
                <a:latin typeface="Lucida Sans"/>
                <a:cs typeface="Lucida Sans"/>
              </a:rPr>
              <a:t>Promotional</a:t>
            </a:r>
            <a:r>
              <a:rPr sz="1800" spc="-15" dirty="0">
                <a:latin typeface="Lucida Sans"/>
                <a:cs typeface="Lucida Sans"/>
              </a:rPr>
              <a:t> </a:t>
            </a:r>
            <a:r>
              <a:rPr sz="1800" spc="-10" dirty="0">
                <a:latin typeface="Lucida Sans"/>
                <a:cs typeface="Lucida Sans"/>
              </a:rPr>
              <a:t>banner</a:t>
            </a:r>
            <a:endParaRPr sz="1800">
              <a:latin typeface="Lucida Sans"/>
              <a:cs typeface="Lucida Sans"/>
            </a:endParaRPr>
          </a:p>
          <a:p>
            <a:pPr marL="454659">
              <a:lnSpc>
                <a:spcPct val="100000"/>
              </a:lnSpc>
              <a:spcBef>
                <a:spcPts val="315"/>
              </a:spcBef>
            </a:pPr>
            <a:r>
              <a:rPr sz="1800" spc="-20" dirty="0">
                <a:latin typeface="Lucida Sans"/>
                <a:cs typeface="Lucida Sans"/>
              </a:rPr>
              <a:t>Categories</a:t>
            </a:r>
            <a:r>
              <a:rPr sz="1800" spc="-95" dirty="0">
                <a:latin typeface="Lucida Sans"/>
                <a:cs typeface="Lucida Sans"/>
              </a:rPr>
              <a:t> </a:t>
            </a:r>
            <a:r>
              <a:rPr sz="1800" dirty="0">
                <a:latin typeface="Lucida Sans"/>
                <a:cs typeface="Lucida Sans"/>
              </a:rPr>
              <a:t>are</a:t>
            </a:r>
            <a:r>
              <a:rPr sz="1800" spc="-95" dirty="0">
                <a:latin typeface="Lucida Sans"/>
                <a:cs typeface="Lucida Sans"/>
              </a:rPr>
              <a:t> </a:t>
            </a:r>
            <a:r>
              <a:rPr sz="1800" dirty="0">
                <a:latin typeface="Lucida Sans"/>
                <a:cs typeface="Lucida Sans"/>
              </a:rPr>
              <a:t>displayed</a:t>
            </a:r>
            <a:r>
              <a:rPr sz="1800" spc="-90" dirty="0">
                <a:latin typeface="Lucida Sans"/>
                <a:cs typeface="Lucida Sans"/>
              </a:rPr>
              <a:t> </a:t>
            </a:r>
            <a:r>
              <a:rPr sz="1800" dirty="0">
                <a:latin typeface="Lucida Sans"/>
                <a:cs typeface="Lucida Sans"/>
              </a:rPr>
              <a:t>before</a:t>
            </a:r>
            <a:r>
              <a:rPr sz="1800" spc="-95" dirty="0">
                <a:latin typeface="Lucida Sans"/>
                <a:cs typeface="Lucida Sans"/>
              </a:rPr>
              <a:t> </a:t>
            </a:r>
            <a:r>
              <a:rPr sz="1800" spc="-10" dirty="0">
                <a:latin typeface="Lucida Sans"/>
                <a:cs typeface="Lucida Sans"/>
              </a:rPr>
              <a:t>listings</a:t>
            </a:r>
            <a:endParaRPr sz="1800">
              <a:latin typeface="Lucida Sans"/>
              <a:cs typeface="Lucida Sans"/>
            </a:endParaRPr>
          </a:p>
          <a:p>
            <a:pPr>
              <a:lnSpc>
                <a:spcPct val="100000"/>
              </a:lnSpc>
              <a:spcBef>
                <a:spcPts val="665"/>
              </a:spcBef>
            </a:pPr>
            <a:endParaRPr sz="1800">
              <a:latin typeface="Lucida Sans"/>
              <a:cs typeface="Lucida Sans"/>
            </a:endParaRPr>
          </a:p>
          <a:p>
            <a:pPr marL="66040">
              <a:lnSpc>
                <a:spcPct val="100000"/>
              </a:lnSpc>
              <a:spcBef>
                <a:spcPts val="5"/>
              </a:spcBef>
            </a:pPr>
            <a:r>
              <a:rPr sz="1800" spc="-35" dirty="0">
                <a:latin typeface="Arial Black"/>
                <a:cs typeface="Arial Black"/>
              </a:rPr>
              <a:t>Features:</a:t>
            </a:r>
            <a:endParaRPr sz="1800">
              <a:latin typeface="Arial Black"/>
              <a:cs typeface="Arial Black"/>
            </a:endParaRPr>
          </a:p>
          <a:p>
            <a:pPr marL="454659" marR="4737735">
              <a:lnSpc>
                <a:spcPct val="114599"/>
              </a:lnSpc>
            </a:pPr>
            <a:r>
              <a:rPr sz="1800" dirty="0">
                <a:latin typeface="Lucida Sans"/>
                <a:cs typeface="Lucida Sans"/>
              </a:rPr>
              <a:t>item</a:t>
            </a:r>
            <a:r>
              <a:rPr sz="1800" spc="-135" dirty="0">
                <a:latin typeface="Lucida Sans"/>
                <a:cs typeface="Lucida Sans"/>
              </a:rPr>
              <a:t> </a:t>
            </a:r>
            <a:r>
              <a:rPr sz="1800" spc="-10" dirty="0">
                <a:latin typeface="Lucida Sans"/>
                <a:cs typeface="Lucida Sans"/>
              </a:rPr>
              <a:t>cards icons Reviews</a:t>
            </a:r>
            <a:endParaRPr sz="1800">
              <a:latin typeface="Lucida Sans"/>
              <a:cs typeface="Lucida Sans"/>
            </a:endParaRPr>
          </a:p>
          <a:p>
            <a:pPr marL="454659">
              <a:lnSpc>
                <a:spcPct val="100000"/>
              </a:lnSpc>
              <a:spcBef>
                <a:spcPts val="315"/>
              </a:spcBef>
            </a:pPr>
            <a:r>
              <a:rPr sz="1800" dirty="0">
                <a:latin typeface="Lucida Sans"/>
                <a:cs typeface="Lucida Sans"/>
              </a:rPr>
              <a:t>Chat</a:t>
            </a:r>
            <a:r>
              <a:rPr sz="1800" spc="-85" dirty="0">
                <a:latin typeface="Lucida Sans"/>
                <a:cs typeface="Lucida Sans"/>
              </a:rPr>
              <a:t> </a:t>
            </a:r>
            <a:r>
              <a:rPr sz="1800" spc="-10" dirty="0">
                <a:latin typeface="Lucida Sans"/>
                <a:cs typeface="Lucida Sans"/>
              </a:rPr>
              <a:t>button</a:t>
            </a:r>
            <a:endParaRPr sz="1800">
              <a:latin typeface="Lucida Sans"/>
              <a:cs typeface="Lucida Sans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18288000" y="10287000"/>
                </a:moveTo>
                <a:lnTo>
                  <a:pt x="0" y="10287000"/>
                </a:lnTo>
                <a:lnTo>
                  <a:pt x="0" y="0"/>
                </a:lnTo>
                <a:lnTo>
                  <a:pt x="18288000" y="0"/>
                </a:lnTo>
                <a:lnTo>
                  <a:pt x="18288000" y="10287000"/>
                </a:lnTo>
                <a:close/>
              </a:path>
            </a:pathLst>
          </a:custGeom>
          <a:solidFill>
            <a:srgbClr val="EFF1F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851477" y="932787"/>
            <a:ext cx="864869" cy="96520"/>
          </a:xfrm>
          <a:custGeom>
            <a:avLst/>
            <a:gdLst/>
            <a:ahLst/>
            <a:cxnLst/>
            <a:rect l="l" t="t" r="r" b="b"/>
            <a:pathLst>
              <a:path w="864869" h="96519">
                <a:moveTo>
                  <a:pt x="816562" y="95911"/>
                </a:moveTo>
                <a:lnTo>
                  <a:pt x="47957" y="95911"/>
                </a:lnTo>
                <a:lnTo>
                  <a:pt x="38557" y="94981"/>
                </a:lnTo>
                <a:lnTo>
                  <a:pt x="3650" y="66307"/>
                </a:lnTo>
                <a:lnTo>
                  <a:pt x="0" y="47957"/>
                </a:lnTo>
                <a:lnTo>
                  <a:pt x="930" y="38557"/>
                </a:lnTo>
                <a:lnTo>
                  <a:pt x="29604" y="3650"/>
                </a:lnTo>
                <a:lnTo>
                  <a:pt x="47957" y="0"/>
                </a:lnTo>
                <a:lnTo>
                  <a:pt x="816562" y="0"/>
                </a:lnTo>
                <a:lnTo>
                  <a:pt x="856462" y="21349"/>
                </a:lnTo>
                <a:lnTo>
                  <a:pt x="864519" y="47957"/>
                </a:lnTo>
                <a:lnTo>
                  <a:pt x="863589" y="57355"/>
                </a:lnTo>
                <a:lnTo>
                  <a:pt x="834915" y="92260"/>
                </a:lnTo>
                <a:lnTo>
                  <a:pt x="816562" y="95911"/>
                </a:lnTo>
                <a:close/>
              </a:path>
            </a:pathLst>
          </a:custGeom>
          <a:solidFill>
            <a:srgbClr val="A6182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1838934" y="932787"/>
            <a:ext cx="864869" cy="96520"/>
          </a:xfrm>
          <a:custGeom>
            <a:avLst/>
            <a:gdLst/>
            <a:ahLst/>
            <a:cxnLst/>
            <a:rect l="l" t="t" r="r" b="b"/>
            <a:pathLst>
              <a:path w="864869" h="96519">
                <a:moveTo>
                  <a:pt x="816562" y="95911"/>
                </a:moveTo>
                <a:lnTo>
                  <a:pt x="47954" y="95911"/>
                </a:lnTo>
                <a:lnTo>
                  <a:pt x="38554" y="94981"/>
                </a:lnTo>
                <a:lnTo>
                  <a:pt x="3649" y="66307"/>
                </a:lnTo>
                <a:lnTo>
                  <a:pt x="0" y="47957"/>
                </a:lnTo>
                <a:lnTo>
                  <a:pt x="929" y="38557"/>
                </a:lnTo>
                <a:lnTo>
                  <a:pt x="29602" y="3650"/>
                </a:lnTo>
                <a:lnTo>
                  <a:pt x="47954" y="0"/>
                </a:lnTo>
                <a:lnTo>
                  <a:pt x="816562" y="0"/>
                </a:lnTo>
                <a:lnTo>
                  <a:pt x="856460" y="21349"/>
                </a:lnTo>
                <a:lnTo>
                  <a:pt x="864516" y="47957"/>
                </a:lnTo>
                <a:lnTo>
                  <a:pt x="863586" y="57355"/>
                </a:lnTo>
                <a:lnTo>
                  <a:pt x="834914" y="92260"/>
                </a:lnTo>
                <a:lnTo>
                  <a:pt x="816562" y="95911"/>
                </a:lnTo>
                <a:close/>
              </a:path>
            </a:pathLst>
          </a:custGeom>
          <a:solidFill>
            <a:srgbClr val="A6182E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863663" y="598626"/>
            <a:ext cx="12782549" cy="9086846"/>
          </a:xfrm>
          <a:prstGeom prst="rect">
            <a:avLst/>
          </a:prstGeom>
        </p:spPr>
      </p:pic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838777" y="1178834"/>
            <a:ext cx="2987040" cy="5219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3250" spc="-145" dirty="0">
                <a:solidFill>
                  <a:srgbClr val="000000"/>
                </a:solidFill>
                <a:latin typeface="Lucida Sans Unicode"/>
                <a:cs typeface="Lucida Sans Unicode"/>
              </a:rPr>
              <a:t>KATRINA</a:t>
            </a:r>
            <a:r>
              <a:rPr sz="3250" spc="-110" dirty="0">
                <a:solidFill>
                  <a:srgbClr val="000000"/>
                </a:solidFill>
                <a:latin typeface="Lucida Sans Unicode"/>
                <a:cs typeface="Lucida Sans Unicode"/>
              </a:rPr>
              <a:t> </a:t>
            </a:r>
            <a:r>
              <a:rPr sz="3250" spc="-80" dirty="0">
                <a:solidFill>
                  <a:srgbClr val="000000"/>
                </a:solidFill>
                <a:latin typeface="Lucida Sans Unicode"/>
                <a:cs typeface="Lucida Sans Unicode"/>
              </a:rPr>
              <a:t>LOPEZ</a:t>
            </a:r>
            <a:endParaRPr sz="3250">
              <a:latin typeface="Lucida Sans Unicode"/>
              <a:cs typeface="Lucida Sans Unicode"/>
            </a:endParaRPr>
          </a:p>
        </p:txBody>
      </p:sp>
      <p:pic>
        <p:nvPicPr>
          <p:cNvPr id="7" name="object 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41977" y="3473448"/>
            <a:ext cx="85725" cy="85725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041977" y="3873498"/>
            <a:ext cx="85725" cy="85725"/>
          </a:xfrm>
          <a:prstGeom prst="rect">
            <a:avLst/>
          </a:prstGeom>
        </p:spPr>
      </p:pic>
      <p:pic>
        <p:nvPicPr>
          <p:cNvPr id="9" name="object 9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41977" y="6758299"/>
            <a:ext cx="85725" cy="85725"/>
          </a:xfrm>
          <a:prstGeom prst="rect">
            <a:avLst/>
          </a:prstGeom>
        </p:spPr>
      </p:pic>
      <p:pic>
        <p:nvPicPr>
          <p:cNvPr id="10" name="object 10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041977" y="7158349"/>
            <a:ext cx="85725" cy="85725"/>
          </a:xfrm>
          <a:prstGeom prst="rect">
            <a:avLst/>
          </a:prstGeom>
        </p:spPr>
      </p:pic>
      <p:pic>
        <p:nvPicPr>
          <p:cNvPr id="11" name="object 11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041977" y="7558399"/>
            <a:ext cx="85725" cy="85725"/>
          </a:xfrm>
          <a:prstGeom prst="rect">
            <a:avLst/>
          </a:prstGeom>
        </p:spPr>
      </p:pic>
      <p:pic>
        <p:nvPicPr>
          <p:cNvPr id="12" name="object 12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41977" y="8710483"/>
            <a:ext cx="85725" cy="85725"/>
          </a:xfrm>
          <a:prstGeom prst="rect">
            <a:avLst/>
          </a:prstGeom>
        </p:spPr>
      </p:pic>
      <p:pic>
        <p:nvPicPr>
          <p:cNvPr id="13" name="object 13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041977" y="9110533"/>
            <a:ext cx="85725" cy="85725"/>
          </a:xfrm>
          <a:prstGeom prst="rect">
            <a:avLst/>
          </a:prstGeom>
        </p:spPr>
      </p:pic>
      <p:pic>
        <p:nvPicPr>
          <p:cNvPr id="14" name="object 14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041977" y="9510583"/>
            <a:ext cx="85725" cy="85725"/>
          </a:xfrm>
          <a:prstGeom prst="rect">
            <a:avLst/>
          </a:prstGeom>
        </p:spPr>
      </p:pic>
      <p:pic>
        <p:nvPicPr>
          <p:cNvPr id="15" name="object 1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41977" y="5114940"/>
            <a:ext cx="85725" cy="85725"/>
          </a:xfrm>
          <a:prstGeom prst="rect">
            <a:avLst/>
          </a:prstGeom>
        </p:spPr>
      </p:pic>
      <p:pic>
        <p:nvPicPr>
          <p:cNvPr id="16" name="object 16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041977" y="5514990"/>
            <a:ext cx="85725" cy="85725"/>
          </a:xfrm>
          <a:prstGeom prst="rect">
            <a:avLst/>
          </a:prstGeom>
        </p:spPr>
      </p:pic>
      <p:sp>
        <p:nvSpPr>
          <p:cNvPr id="17" name="object 17"/>
          <p:cNvSpPr txBox="1"/>
          <p:nvPr/>
        </p:nvSpPr>
        <p:spPr>
          <a:xfrm>
            <a:off x="838777" y="1819338"/>
            <a:ext cx="3943350" cy="78790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spc="-20" dirty="0">
                <a:latin typeface="Lucida Sans"/>
                <a:cs typeface="Lucida Sans"/>
              </a:rPr>
              <a:t>Shortlist</a:t>
            </a:r>
            <a:r>
              <a:rPr sz="2000" spc="-110" dirty="0">
                <a:latin typeface="Lucida Sans"/>
                <a:cs typeface="Lucida Sans"/>
              </a:rPr>
              <a:t> </a:t>
            </a:r>
            <a:r>
              <a:rPr sz="2000" spc="-20" dirty="0">
                <a:latin typeface="Lucida Sans"/>
                <a:cs typeface="Lucida Sans"/>
              </a:rPr>
              <a:t>Page</a:t>
            </a:r>
            <a:endParaRPr sz="2000">
              <a:latin typeface="Lucida Sans"/>
              <a:cs typeface="Lucida Sans"/>
            </a:endParaRPr>
          </a:p>
          <a:p>
            <a:pPr>
              <a:lnSpc>
                <a:spcPct val="100000"/>
              </a:lnSpc>
            </a:pPr>
            <a:endParaRPr sz="2000">
              <a:latin typeface="Lucida Sans"/>
              <a:cs typeface="Lucida Sans"/>
            </a:endParaRPr>
          </a:p>
          <a:p>
            <a:pPr>
              <a:lnSpc>
                <a:spcPct val="100000"/>
              </a:lnSpc>
              <a:spcBef>
                <a:spcPts val="885"/>
              </a:spcBef>
            </a:pPr>
            <a:endParaRPr sz="2000">
              <a:latin typeface="Lucida Sans"/>
              <a:cs typeface="Lucida Sans"/>
            </a:endParaRPr>
          </a:p>
          <a:p>
            <a:pPr marL="443865" marR="1285875" indent="-431800">
              <a:lnSpc>
                <a:spcPct val="131300"/>
              </a:lnSpc>
            </a:pPr>
            <a:r>
              <a:rPr sz="2000" spc="-100" dirty="0">
                <a:solidFill>
                  <a:srgbClr val="A6182E"/>
                </a:solidFill>
                <a:latin typeface="Arial Black"/>
                <a:cs typeface="Arial Black"/>
              </a:rPr>
              <a:t>Colour</a:t>
            </a:r>
            <a:r>
              <a:rPr sz="2000" spc="-130" dirty="0">
                <a:solidFill>
                  <a:srgbClr val="A6182E"/>
                </a:solidFill>
                <a:latin typeface="Arial Black"/>
                <a:cs typeface="Arial Black"/>
              </a:rPr>
              <a:t> </a:t>
            </a:r>
            <a:r>
              <a:rPr sz="2000" spc="-20" dirty="0">
                <a:solidFill>
                  <a:srgbClr val="A6182E"/>
                </a:solidFill>
                <a:latin typeface="Arial Black"/>
                <a:cs typeface="Arial Black"/>
              </a:rPr>
              <a:t>Scheme </a:t>
            </a:r>
            <a:r>
              <a:rPr sz="2000" dirty="0">
                <a:latin typeface="Lucida Sans"/>
                <a:cs typeface="Lucida Sans"/>
              </a:rPr>
              <a:t>Maroon</a:t>
            </a:r>
            <a:r>
              <a:rPr sz="2000" spc="-50" dirty="0">
                <a:latin typeface="Lucida Sans"/>
                <a:cs typeface="Lucida Sans"/>
              </a:rPr>
              <a:t> </a:t>
            </a:r>
            <a:r>
              <a:rPr sz="2000" spc="-90" dirty="0">
                <a:latin typeface="Lucida Sans"/>
                <a:cs typeface="Lucida Sans"/>
              </a:rPr>
              <a:t>(#762325) </a:t>
            </a:r>
            <a:r>
              <a:rPr sz="2000" dirty="0">
                <a:latin typeface="Lucida Sans"/>
                <a:cs typeface="Lucida Sans"/>
              </a:rPr>
              <a:t>Sand</a:t>
            </a:r>
            <a:r>
              <a:rPr sz="2000" spc="-114" dirty="0">
                <a:latin typeface="Lucida Sans"/>
                <a:cs typeface="Lucida Sans"/>
              </a:rPr>
              <a:t> </a:t>
            </a:r>
            <a:r>
              <a:rPr sz="2000" spc="-10" dirty="0">
                <a:latin typeface="Lucida Sans"/>
                <a:cs typeface="Lucida Sans"/>
              </a:rPr>
              <a:t>(#D6D2C4)</a:t>
            </a:r>
            <a:endParaRPr sz="2000">
              <a:latin typeface="Lucida Sans"/>
              <a:cs typeface="Lucida Sans"/>
            </a:endParaRPr>
          </a:p>
          <a:p>
            <a:pPr>
              <a:lnSpc>
                <a:spcPct val="100000"/>
              </a:lnSpc>
              <a:spcBef>
                <a:spcPts val="1870"/>
              </a:spcBef>
            </a:pPr>
            <a:endParaRPr sz="2000">
              <a:latin typeface="Lucida Sans"/>
              <a:cs typeface="Lucida Sans"/>
            </a:endParaRPr>
          </a:p>
          <a:p>
            <a:pPr marL="12700">
              <a:lnSpc>
                <a:spcPct val="100000"/>
              </a:lnSpc>
            </a:pPr>
            <a:r>
              <a:rPr sz="2000" spc="-20" dirty="0">
                <a:solidFill>
                  <a:srgbClr val="A6182E"/>
                </a:solidFill>
                <a:latin typeface="Arial Black"/>
                <a:cs typeface="Arial Black"/>
              </a:rPr>
              <a:t>Typography</a:t>
            </a:r>
            <a:endParaRPr sz="2000">
              <a:latin typeface="Arial Black"/>
              <a:cs typeface="Arial Black"/>
            </a:endParaRPr>
          </a:p>
          <a:p>
            <a:pPr marL="443865" marR="5080">
              <a:lnSpc>
                <a:spcPts val="3150"/>
              </a:lnSpc>
              <a:spcBef>
                <a:spcPts val="229"/>
              </a:spcBef>
            </a:pPr>
            <a:r>
              <a:rPr sz="2000" spc="-20" dirty="0">
                <a:latin typeface="Lucida Sans"/>
                <a:cs typeface="Lucida Sans"/>
              </a:rPr>
              <a:t>Poppins</a:t>
            </a:r>
            <a:r>
              <a:rPr sz="2000" spc="-80" dirty="0">
                <a:latin typeface="Lucida Sans"/>
                <a:cs typeface="Lucida Sans"/>
              </a:rPr>
              <a:t> </a:t>
            </a:r>
            <a:r>
              <a:rPr sz="2000" spc="-45" dirty="0">
                <a:latin typeface="Lucida Sans"/>
                <a:cs typeface="Lucida Sans"/>
              </a:rPr>
              <a:t>medium/semi</a:t>
            </a:r>
            <a:r>
              <a:rPr sz="2000" spc="-80" dirty="0">
                <a:latin typeface="Lucida Sans"/>
                <a:cs typeface="Lucida Sans"/>
              </a:rPr>
              <a:t> </a:t>
            </a:r>
            <a:r>
              <a:rPr sz="2000" spc="-20" dirty="0">
                <a:latin typeface="Lucida Sans"/>
                <a:cs typeface="Lucida Sans"/>
              </a:rPr>
              <a:t>bold </a:t>
            </a:r>
            <a:r>
              <a:rPr sz="2000" dirty="0">
                <a:latin typeface="Lucida Sans"/>
                <a:cs typeface="Lucida Sans"/>
              </a:rPr>
              <a:t>San-</a:t>
            </a:r>
            <a:r>
              <a:rPr sz="2000" spc="-25" dirty="0">
                <a:latin typeface="Lucida Sans"/>
                <a:cs typeface="Lucida Sans"/>
              </a:rPr>
              <a:t>serif</a:t>
            </a:r>
            <a:r>
              <a:rPr sz="2000" spc="-100" dirty="0">
                <a:latin typeface="Lucida Sans"/>
                <a:cs typeface="Lucida Sans"/>
              </a:rPr>
              <a:t> </a:t>
            </a:r>
            <a:r>
              <a:rPr sz="2000" spc="-20" dirty="0">
                <a:latin typeface="Lucida Sans"/>
                <a:cs typeface="Lucida Sans"/>
              </a:rPr>
              <a:t>font</a:t>
            </a:r>
            <a:r>
              <a:rPr sz="2000" spc="-95" dirty="0">
                <a:latin typeface="Lucida Sans"/>
                <a:cs typeface="Lucida Sans"/>
              </a:rPr>
              <a:t> </a:t>
            </a:r>
            <a:r>
              <a:rPr sz="2000" spc="-60" dirty="0">
                <a:latin typeface="Lucida Sans"/>
                <a:cs typeface="Lucida Sans"/>
              </a:rPr>
              <a:t>bold/semi</a:t>
            </a:r>
            <a:r>
              <a:rPr sz="2000" spc="-95" dirty="0">
                <a:latin typeface="Lucida Sans"/>
                <a:cs typeface="Lucida Sans"/>
              </a:rPr>
              <a:t> </a:t>
            </a:r>
            <a:r>
              <a:rPr sz="2000" spc="-20" dirty="0">
                <a:latin typeface="Lucida Sans"/>
                <a:cs typeface="Lucida Sans"/>
              </a:rPr>
              <a:t>bold</a:t>
            </a:r>
            <a:endParaRPr sz="2000">
              <a:latin typeface="Lucida Sans"/>
              <a:cs typeface="Lucida Sans"/>
            </a:endParaRPr>
          </a:p>
          <a:p>
            <a:pPr>
              <a:lnSpc>
                <a:spcPct val="100000"/>
              </a:lnSpc>
              <a:spcBef>
                <a:spcPts val="1655"/>
              </a:spcBef>
            </a:pPr>
            <a:endParaRPr sz="2000">
              <a:latin typeface="Lucida Sans"/>
              <a:cs typeface="Lucida Sans"/>
            </a:endParaRPr>
          </a:p>
          <a:p>
            <a:pPr marL="12700">
              <a:lnSpc>
                <a:spcPct val="100000"/>
              </a:lnSpc>
            </a:pPr>
            <a:r>
              <a:rPr sz="2000" spc="-10" dirty="0">
                <a:solidFill>
                  <a:srgbClr val="A6182E"/>
                </a:solidFill>
                <a:latin typeface="Arial Black"/>
                <a:cs typeface="Arial Black"/>
              </a:rPr>
              <a:t>Layout</a:t>
            </a:r>
            <a:endParaRPr sz="2000">
              <a:latin typeface="Arial Black"/>
              <a:cs typeface="Arial Black"/>
            </a:endParaRPr>
          </a:p>
          <a:p>
            <a:pPr marL="443865">
              <a:lnSpc>
                <a:spcPct val="100000"/>
              </a:lnSpc>
              <a:spcBef>
                <a:spcPts val="750"/>
              </a:spcBef>
            </a:pPr>
            <a:r>
              <a:rPr sz="2000" spc="-45" dirty="0">
                <a:latin typeface="Lucida Sans"/>
                <a:cs typeface="Lucida Sans"/>
              </a:rPr>
              <a:t>Two-</a:t>
            </a:r>
            <a:r>
              <a:rPr sz="2000" spc="-10" dirty="0">
                <a:latin typeface="Lucida Sans"/>
                <a:cs typeface="Lucida Sans"/>
              </a:rPr>
              <a:t>colomn</a:t>
            </a:r>
            <a:endParaRPr sz="2000">
              <a:latin typeface="Lucida Sans"/>
              <a:cs typeface="Lucida Sans"/>
            </a:endParaRPr>
          </a:p>
          <a:p>
            <a:pPr marL="443865" marR="1234440">
              <a:lnSpc>
                <a:spcPts val="3150"/>
              </a:lnSpc>
              <a:spcBef>
                <a:spcPts val="229"/>
              </a:spcBef>
            </a:pPr>
            <a:r>
              <a:rPr sz="2000" spc="-50" dirty="0">
                <a:latin typeface="Lucida Sans"/>
                <a:cs typeface="Lucida Sans"/>
              </a:rPr>
              <a:t>Visual</a:t>
            </a:r>
            <a:r>
              <a:rPr sz="2000" spc="-45" dirty="0">
                <a:latin typeface="Lucida Sans"/>
                <a:cs typeface="Lucida Sans"/>
              </a:rPr>
              <a:t> </a:t>
            </a:r>
            <a:r>
              <a:rPr sz="2000" dirty="0">
                <a:latin typeface="Lucida Sans"/>
                <a:cs typeface="Lucida Sans"/>
              </a:rPr>
              <a:t>Banner:</a:t>
            </a:r>
            <a:r>
              <a:rPr sz="2000" spc="-40" dirty="0">
                <a:latin typeface="Lucida Sans"/>
                <a:cs typeface="Lucida Sans"/>
              </a:rPr>
              <a:t> </a:t>
            </a:r>
            <a:r>
              <a:rPr sz="2000" spc="-25" dirty="0">
                <a:latin typeface="Lucida Sans"/>
                <a:cs typeface="Lucida Sans"/>
              </a:rPr>
              <a:t>LHS </a:t>
            </a:r>
            <a:r>
              <a:rPr sz="2000" spc="-10" dirty="0">
                <a:latin typeface="Lucida Sans"/>
                <a:cs typeface="Lucida Sans"/>
              </a:rPr>
              <a:t>Items</a:t>
            </a:r>
            <a:r>
              <a:rPr sz="2000" spc="-114" dirty="0">
                <a:latin typeface="Lucida Sans"/>
                <a:cs typeface="Lucida Sans"/>
              </a:rPr>
              <a:t> </a:t>
            </a:r>
            <a:r>
              <a:rPr sz="2000" spc="-110" dirty="0">
                <a:latin typeface="Lucida Sans"/>
                <a:cs typeface="Lucida Sans"/>
              </a:rPr>
              <a:t>:</a:t>
            </a:r>
            <a:r>
              <a:rPr sz="2000" spc="-114" dirty="0">
                <a:latin typeface="Lucida Sans"/>
                <a:cs typeface="Lucida Sans"/>
              </a:rPr>
              <a:t> </a:t>
            </a:r>
            <a:r>
              <a:rPr sz="2000" spc="-25" dirty="0">
                <a:latin typeface="Lucida Sans"/>
                <a:cs typeface="Lucida Sans"/>
              </a:rPr>
              <a:t>RHS</a:t>
            </a:r>
            <a:endParaRPr sz="2000">
              <a:latin typeface="Lucida Sans"/>
              <a:cs typeface="Lucida Sans"/>
            </a:endParaRPr>
          </a:p>
          <a:p>
            <a:pPr>
              <a:lnSpc>
                <a:spcPct val="100000"/>
              </a:lnSpc>
              <a:spcBef>
                <a:spcPts val="935"/>
              </a:spcBef>
            </a:pPr>
            <a:endParaRPr sz="2000">
              <a:latin typeface="Lucida Sans"/>
              <a:cs typeface="Lucida Sans"/>
            </a:endParaRPr>
          </a:p>
          <a:p>
            <a:pPr marL="12700">
              <a:lnSpc>
                <a:spcPct val="100000"/>
              </a:lnSpc>
            </a:pPr>
            <a:r>
              <a:rPr sz="2000" spc="-25" dirty="0">
                <a:solidFill>
                  <a:srgbClr val="A6182E"/>
                </a:solidFill>
                <a:latin typeface="Arial Black"/>
                <a:cs typeface="Arial Black"/>
              </a:rPr>
              <a:t>UX</a:t>
            </a:r>
            <a:endParaRPr sz="2000">
              <a:latin typeface="Arial Black"/>
              <a:cs typeface="Arial Black"/>
            </a:endParaRPr>
          </a:p>
          <a:p>
            <a:pPr marL="443865" marR="2218055">
              <a:lnSpc>
                <a:spcPts val="3150"/>
              </a:lnSpc>
              <a:spcBef>
                <a:spcPts val="229"/>
              </a:spcBef>
            </a:pPr>
            <a:r>
              <a:rPr sz="2000" dirty="0">
                <a:latin typeface="Lucida Sans"/>
                <a:cs typeface="Lucida Sans"/>
              </a:rPr>
              <a:t>Item</a:t>
            </a:r>
            <a:r>
              <a:rPr sz="2000" spc="-105" dirty="0">
                <a:latin typeface="Lucida Sans"/>
                <a:cs typeface="Lucida Sans"/>
              </a:rPr>
              <a:t> </a:t>
            </a:r>
            <a:r>
              <a:rPr sz="2000" spc="-20" dirty="0">
                <a:latin typeface="Lucida Sans"/>
                <a:cs typeface="Lucida Sans"/>
              </a:rPr>
              <a:t>cards </a:t>
            </a:r>
            <a:r>
              <a:rPr sz="2000" spc="-10" dirty="0">
                <a:latin typeface="Lucida Sans"/>
                <a:cs typeface="Lucida Sans"/>
              </a:rPr>
              <a:t>Buttons</a:t>
            </a:r>
            <a:endParaRPr sz="2000">
              <a:latin typeface="Lucida Sans"/>
              <a:cs typeface="Lucida Sans"/>
            </a:endParaRPr>
          </a:p>
          <a:p>
            <a:pPr marL="443865">
              <a:lnSpc>
                <a:spcPct val="100000"/>
              </a:lnSpc>
              <a:spcBef>
                <a:spcPts val="520"/>
              </a:spcBef>
            </a:pPr>
            <a:r>
              <a:rPr sz="2000" spc="-25" dirty="0">
                <a:latin typeface="Lucida Sans"/>
                <a:cs typeface="Lucida Sans"/>
              </a:rPr>
              <a:t>Statistic</a:t>
            </a:r>
            <a:r>
              <a:rPr sz="2000" spc="-85" dirty="0">
                <a:latin typeface="Lucida Sans"/>
                <a:cs typeface="Lucida Sans"/>
              </a:rPr>
              <a:t> </a:t>
            </a:r>
            <a:r>
              <a:rPr sz="2000" spc="-10" dirty="0">
                <a:latin typeface="Lucida Sans"/>
                <a:cs typeface="Lucida Sans"/>
              </a:rPr>
              <a:t>Sumaries</a:t>
            </a:r>
            <a:endParaRPr sz="2000">
              <a:latin typeface="Lucida Sans"/>
              <a:cs typeface="Lucida Sans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4915296" y="0"/>
            <a:ext cx="13373100" cy="10287000"/>
            <a:chOff x="4915296" y="0"/>
            <a:chExt cx="13373100" cy="1028700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915296" y="0"/>
              <a:ext cx="13372703" cy="10286999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4915310" y="0"/>
              <a:ext cx="13373100" cy="10287000"/>
            </a:xfrm>
            <a:custGeom>
              <a:avLst/>
              <a:gdLst/>
              <a:ahLst/>
              <a:cxnLst/>
              <a:rect l="l" t="t" r="r" b="b"/>
              <a:pathLst>
                <a:path w="13373100" h="10287000">
                  <a:moveTo>
                    <a:pt x="13372689" y="10286999"/>
                  </a:moveTo>
                  <a:lnTo>
                    <a:pt x="0" y="10286999"/>
                  </a:lnTo>
                  <a:lnTo>
                    <a:pt x="0" y="0"/>
                  </a:lnTo>
                  <a:lnTo>
                    <a:pt x="13372689" y="0"/>
                  </a:lnTo>
                  <a:lnTo>
                    <a:pt x="13372689" y="10286999"/>
                  </a:lnTo>
                  <a:close/>
                </a:path>
              </a:pathLst>
            </a:custGeom>
            <a:solidFill>
              <a:srgbClr val="A6182E">
                <a:alpha val="789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pc="440" dirty="0"/>
              <a:t>THANK</a:t>
            </a:r>
            <a:r>
              <a:rPr spc="-580" dirty="0"/>
              <a:t> </a:t>
            </a:r>
            <a:r>
              <a:rPr spc="505" dirty="0"/>
              <a:t>YOU</a:t>
            </a:r>
          </a:p>
        </p:txBody>
      </p:sp>
      <p:sp>
        <p:nvSpPr>
          <p:cNvPr id="6" name="object 6"/>
          <p:cNvSpPr/>
          <p:nvPr/>
        </p:nvSpPr>
        <p:spPr>
          <a:xfrm>
            <a:off x="5439689" y="508253"/>
            <a:ext cx="11819890" cy="8750300"/>
          </a:xfrm>
          <a:custGeom>
            <a:avLst/>
            <a:gdLst/>
            <a:ahLst/>
            <a:cxnLst/>
            <a:rect l="l" t="t" r="r" b="b"/>
            <a:pathLst>
              <a:path w="11819890" h="8750300">
                <a:moveTo>
                  <a:pt x="677367" y="122948"/>
                </a:moveTo>
                <a:lnTo>
                  <a:pt x="554418" y="266"/>
                </a:lnTo>
                <a:lnTo>
                  <a:pt x="554418" y="467410"/>
                </a:lnTo>
                <a:lnTo>
                  <a:pt x="86944" y="0"/>
                </a:lnTo>
                <a:lnTo>
                  <a:pt x="0" y="0"/>
                </a:lnTo>
                <a:lnTo>
                  <a:pt x="0" y="86982"/>
                </a:lnTo>
                <a:lnTo>
                  <a:pt x="467423" y="554405"/>
                </a:lnTo>
                <a:lnTo>
                  <a:pt x="546" y="554405"/>
                </a:lnTo>
                <a:lnTo>
                  <a:pt x="123532" y="677354"/>
                </a:lnTo>
                <a:lnTo>
                  <a:pt x="554418" y="677354"/>
                </a:lnTo>
                <a:lnTo>
                  <a:pt x="677367" y="677354"/>
                </a:lnTo>
                <a:lnTo>
                  <a:pt x="677367" y="122948"/>
                </a:lnTo>
                <a:close/>
              </a:path>
              <a:path w="11819890" h="8750300">
                <a:moveTo>
                  <a:pt x="2988018" y="2330780"/>
                </a:moveTo>
                <a:lnTo>
                  <a:pt x="2972409" y="2293074"/>
                </a:lnTo>
                <a:lnTo>
                  <a:pt x="2934703" y="2277453"/>
                </a:lnTo>
                <a:lnTo>
                  <a:pt x="2080094" y="2277453"/>
                </a:lnTo>
                <a:lnTo>
                  <a:pt x="2042388" y="2293074"/>
                </a:lnTo>
                <a:lnTo>
                  <a:pt x="2026767" y="2330780"/>
                </a:lnTo>
                <a:lnTo>
                  <a:pt x="2027809" y="2341232"/>
                </a:lnTo>
                <a:lnTo>
                  <a:pt x="2050503" y="2375141"/>
                </a:lnTo>
                <a:lnTo>
                  <a:pt x="2080094" y="2384094"/>
                </a:lnTo>
                <a:lnTo>
                  <a:pt x="2934703" y="2384094"/>
                </a:lnTo>
                <a:lnTo>
                  <a:pt x="2972409" y="2368473"/>
                </a:lnTo>
                <a:lnTo>
                  <a:pt x="2988018" y="2330780"/>
                </a:lnTo>
                <a:close/>
              </a:path>
              <a:path w="11819890" h="8750300">
                <a:moveTo>
                  <a:pt x="4085971" y="2330780"/>
                </a:moveTo>
                <a:lnTo>
                  <a:pt x="4070350" y="2293074"/>
                </a:lnTo>
                <a:lnTo>
                  <a:pt x="4032656" y="2277453"/>
                </a:lnTo>
                <a:lnTo>
                  <a:pt x="3178035" y="2277453"/>
                </a:lnTo>
                <a:lnTo>
                  <a:pt x="3140341" y="2293074"/>
                </a:lnTo>
                <a:lnTo>
                  <a:pt x="3124720" y="2330780"/>
                </a:lnTo>
                <a:lnTo>
                  <a:pt x="3125749" y="2341232"/>
                </a:lnTo>
                <a:lnTo>
                  <a:pt x="3148457" y="2375141"/>
                </a:lnTo>
                <a:lnTo>
                  <a:pt x="3178035" y="2384094"/>
                </a:lnTo>
                <a:lnTo>
                  <a:pt x="4032656" y="2384094"/>
                </a:lnTo>
                <a:lnTo>
                  <a:pt x="4070350" y="2368473"/>
                </a:lnTo>
                <a:lnTo>
                  <a:pt x="4085971" y="2330780"/>
                </a:lnTo>
                <a:close/>
              </a:path>
              <a:path w="11819890" h="8750300">
                <a:moveTo>
                  <a:pt x="11819369" y="8662911"/>
                </a:moveTo>
                <a:lnTo>
                  <a:pt x="11351946" y="8195500"/>
                </a:lnTo>
                <a:lnTo>
                  <a:pt x="11818823" y="8195500"/>
                </a:lnTo>
                <a:lnTo>
                  <a:pt x="11695836" y="8072539"/>
                </a:lnTo>
                <a:lnTo>
                  <a:pt x="11264951" y="8072539"/>
                </a:lnTo>
                <a:lnTo>
                  <a:pt x="11142002" y="8072539"/>
                </a:lnTo>
                <a:lnTo>
                  <a:pt x="11142002" y="8626945"/>
                </a:lnTo>
                <a:lnTo>
                  <a:pt x="11264951" y="8749640"/>
                </a:lnTo>
                <a:lnTo>
                  <a:pt x="11264951" y="8282483"/>
                </a:lnTo>
                <a:lnTo>
                  <a:pt x="11732425" y="8749906"/>
                </a:lnTo>
                <a:lnTo>
                  <a:pt x="11819369" y="8749906"/>
                </a:lnTo>
                <a:lnTo>
                  <a:pt x="11819369" y="8662911"/>
                </a:lnTo>
                <a:close/>
              </a:path>
            </a:pathLst>
          </a:custGeom>
          <a:solidFill>
            <a:srgbClr val="ECEBE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9131300" y="4754398"/>
            <a:ext cx="4780280" cy="344170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  <a:tabLst>
                <a:tab pos="1976755" algn="l"/>
                <a:tab pos="2244090" algn="l"/>
                <a:tab pos="4615180" algn="l"/>
              </a:tabLst>
            </a:pPr>
            <a:r>
              <a:rPr sz="2050" spc="-105" dirty="0">
                <a:solidFill>
                  <a:srgbClr val="FFFFFF"/>
                </a:solidFill>
                <a:latin typeface="Lucida Sans"/>
                <a:cs typeface="Lucida Sans"/>
              </a:rPr>
              <a:t>C</a:t>
            </a:r>
            <a:r>
              <a:rPr sz="2050" spc="-200" dirty="0">
                <a:solidFill>
                  <a:srgbClr val="FFFFFF"/>
                </a:solidFill>
                <a:latin typeface="Lucida Sans"/>
                <a:cs typeface="Lucida Sans"/>
              </a:rPr>
              <a:t> </a:t>
            </a:r>
            <a:r>
              <a:rPr sz="2050" dirty="0">
                <a:solidFill>
                  <a:srgbClr val="FFFFFF"/>
                </a:solidFill>
                <a:latin typeface="Lucida Sans"/>
                <a:cs typeface="Lucida Sans"/>
              </a:rPr>
              <a:t>O</a:t>
            </a:r>
            <a:r>
              <a:rPr sz="2050" spc="-195" dirty="0">
                <a:solidFill>
                  <a:srgbClr val="FFFFFF"/>
                </a:solidFill>
                <a:latin typeface="Lucida Sans"/>
                <a:cs typeface="Lucida Sans"/>
              </a:rPr>
              <a:t> </a:t>
            </a:r>
            <a:r>
              <a:rPr sz="2050" spc="120" dirty="0">
                <a:solidFill>
                  <a:srgbClr val="FFFFFF"/>
                </a:solidFill>
                <a:latin typeface="Lucida Sans"/>
                <a:cs typeface="Lucida Sans"/>
              </a:rPr>
              <a:t>M</a:t>
            </a:r>
            <a:r>
              <a:rPr sz="2050" spc="-195" dirty="0">
                <a:solidFill>
                  <a:srgbClr val="FFFFFF"/>
                </a:solidFill>
                <a:latin typeface="Lucida Sans"/>
                <a:cs typeface="Lucida Sans"/>
              </a:rPr>
              <a:t> </a:t>
            </a:r>
            <a:r>
              <a:rPr sz="2050" spc="125" dirty="0">
                <a:solidFill>
                  <a:srgbClr val="FFFFFF"/>
                </a:solidFill>
                <a:latin typeface="Lucida Sans"/>
                <a:cs typeface="Lucida Sans"/>
              </a:rPr>
              <a:t>P</a:t>
            </a:r>
            <a:r>
              <a:rPr sz="2050" spc="-195" dirty="0">
                <a:solidFill>
                  <a:srgbClr val="FFFFFF"/>
                </a:solidFill>
                <a:latin typeface="Lucida Sans"/>
                <a:cs typeface="Lucida Sans"/>
              </a:rPr>
              <a:t> </a:t>
            </a:r>
            <a:r>
              <a:rPr sz="2050" spc="-125" dirty="0">
                <a:solidFill>
                  <a:srgbClr val="FFFFFF"/>
                </a:solidFill>
                <a:latin typeface="Lucida Sans"/>
                <a:cs typeface="Lucida Sans"/>
              </a:rPr>
              <a:t>2</a:t>
            </a:r>
            <a:r>
              <a:rPr sz="2050" spc="-195" dirty="0">
                <a:solidFill>
                  <a:srgbClr val="FFFFFF"/>
                </a:solidFill>
                <a:latin typeface="Lucida Sans"/>
                <a:cs typeface="Lucida Sans"/>
              </a:rPr>
              <a:t> </a:t>
            </a:r>
            <a:r>
              <a:rPr sz="2050" spc="-125" dirty="0">
                <a:solidFill>
                  <a:srgbClr val="FFFFFF"/>
                </a:solidFill>
                <a:latin typeface="Lucida Sans"/>
                <a:cs typeface="Lucida Sans"/>
              </a:rPr>
              <a:t>7</a:t>
            </a:r>
            <a:r>
              <a:rPr sz="2050" spc="-195" dirty="0">
                <a:solidFill>
                  <a:srgbClr val="FFFFFF"/>
                </a:solidFill>
                <a:latin typeface="Lucida Sans"/>
                <a:cs typeface="Lucida Sans"/>
              </a:rPr>
              <a:t> </a:t>
            </a:r>
            <a:r>
              <a:rPr sz="2050" spc="-125" dirty="0">
                <a:solidFill>
                  <a:srgbClr val="FFFFFF"/>
                </a:solidFill>
                <a:latin typeface="Lucida Sans"/>
                <a:cs typeface="Lucida Sans"/>
              </a:rPr>
              <a:t>5</a:t>
            </a:r>
            <a:r>
              <a:rPr sz="2050" spc="-195" dirty="0">
                <a:solidFill>
                  <a:srgbClr val="FFFFFF"/>
                </a:solidFill>
                <a:latin typeface="Lucida Sans"/>
                <a:cs typeface="Lucida Sans"/>
              </a:rPr>
              <a:t> </a:t>
            </a:r>
            <a:r>
              <a:rPr sz="2050" spc="-50" dirty="0">
                <a:solidFill>
                  <a:srgbClr val="FFFFFF"/>
                </a:solidFill>
                <a:latin typeface="Lucida Sans"/>
                <a:cs typeface="Lucida Sans"/>
              </a:rPr>
              <a:t>0</a:t>
            </a:r>
            <a:r>
              <a:rPr sz="2050" dirty="0">
                <a:solidFill>
                  <a:srgbClr val="FFFFFF"/>
                </a:solidFill>
                <a:latin typeface="Lucida Sans"/>
                <a:cs typeface="Lucida Sans"/>
              </a:rPr>
              <a:t>	</a:t>
            </a:r>
            <a:r>
              <a:rPr sz="2050" spc="-50" dirty="0">
                <a:solidFill>
                  <a:srgbClr val="FFFFFF"/>
                </a:solidFill>
                <a:latin typeface="Lucida Sans"/>
                <a:cs typeface="Lucida Sans"/>
              </a:rPr>
              <a:t>-</a:t>
            </a:r>
            <a:r>
              <a:rPr sz="2050" dirty="0">
                <a:solidFill>
                  <a:srgbClr val="FFFFFF"/>
                </a:solidFill>
                <a:latin typeface="Lucida Sans"/>
                <a:cs typeface="Lucida Sans"/>
              </a:rPr>
              <a:t>	</a:t>
            </a:r>
            <a:r>
              <a:rPr sz="2050" spc="-80" dirty="0">
                <a:solidFill>
                  <a:srgbClr val="FFFFFF"/>
                </a:solidFill>
                <a:latin typeface="Lucida Sans"/>
                <a:cs typeface="Lucida Sans"/>
              </a:rPr>
              <a:t>A</a:t>
            </a:r>
            <a:r>
              <a:rPr sz="2050" spc="-185" dirty="0">
                <a:solidFill>
                  <a:srgbClr val="FFFFFF"/>
                </a:solidFill>
                <a:latin typeface="Lucida Sans"/>
                <a:cs typeface="Lucida Sans"/>
              </a:rPr>
              <a:t> </a:t>
            </a:r>
            <a:r>
              <a:rPr sz="2050" dirty="0">
                <a:solidFill>
                  <a:srgbClr val="FFFFFF"/>
                </a:solidFill>
                <a:latin typeface="Lucida Sans"/>
                <a:cs typeface="Lucida Sans"/>
              </a:rPr>
              <a:t>S</a:t>
            </a:r>
            <a:r>
              <a:rPr sz="2050" spc="-185" dirty="0">
                <a:solidFill>
                  <a:srgbClr val="FFFFFF"/>
                </a:solidFill>
                <a:latin typeface="Lucida Sans"/>
                <a:cs typeface="Lucida Sans"/>
              </a:rPr>
              <a:t> </a:t>
            </a:r>
            <a:r>
              <a:rPr sz="2050" dirty="0">
                <a:solidFill>
                  <a:srgbClr val="FFFFFF"/>
                </a:solidFill>
                <a:latin typeface="Lucida Sans"/>
                <a:cs typeface="Lucida Sans"/>
              </a:rPr>
              <a:t>S</a:t>
            </a:r>
            <a:r>
              <a:rPr sz="2050" spc="-185" dirty="0">
                <a:solidFill>
                  <a:srgbClr val="FFFFFF"/>
                </a:solidFill>
                <a:latin typeface="Lucida Sans"/>
                <a:cs typeface="Lucida Sans"/>
              </a:rPr>
              <a:t> </a:t>
            </a:r>
            <a:r>
              <a:rPr sz="2050" dirty="0">
                <a:solidFill>
                  <a:srgbClr val="FFFFFF"/>
                </a:solidFill>
                <a:latin typeface="Lucida Sans"/>
                <a:cs typeface="Lucida Sans"/>
              </a:rPr>
              <a:t>I</a:t>
            </a:r>
            <a:r>
              <a:rPr sz="2050" spc="-180" dirty="0">
                <a:solidFill>
                  <a:srgbClr val="FFFFFF"/>
                </a:solidFill>
                <a:latin typeface="Lucida Sans"/>
                <a:cs typeface="Lucida Sans"/>
              </a:rPr>
              <a:t> </a:t>
            </a:r>
            <a:r>
              <a:rPr sz="2050" dirty="0">
                <a:solidFill>
                  <a:srgbClr val="FFFFFF"/>
                </a:solidFill>
                <a:latin typeface="Lucida Sans"/>
                <a:cs typeface="Lucida Sans"/>
              </a:rPr>
              <a:t>G</a:t>
            </a:r>
            <a:r>
              <a:rPr sz="2050" spc="-185" dirty="0">
                <a:solidFill>
                  <a:srgbClr val="FFFFFF"/>
                </a:solidFill>
                <a:latin typeface="Lucida Sans"/>
                <a:cs typeface="Lucida Sans"/>
              </a:rPr>
              <a:t> </a:t>
            </a:r>
            <a:r>
              <a:rPr sz="2050" spc="90" dirty="0">
                <a:solidFill>
                  <a:srgbClr val="FFFFFF"/>
                </a:solidFill>
                <a:latin typeface="Lucida Sans"/>
                <a:cs typeface="Lucida Sans"/>
              </a:rPr>
              <a:t>N</a:t>
            </a:r>
            <a:r>
              <a:rPr sz="2050" spc="-185" dirty="0">
                <a:solidFill>
                  <a:srgbClr val="FFFFFF"/>
                </a:solidFill>
                <a:latin typeface="Lucida Sans"/>
                <a:cs typeface="Lucida Sans"/>
              </a:rPr>
              <a:t> </a:t>
            </a:r>
            <a:r>
              <a:rPr sz="2050" spc="120" dirty="0">
                <a:solidFill>
                  <a:srgbClr val="FFFFFF"/>
                </a:solidFill>
                <a:latin typeface="Lucida Sans"/>
                <a:cs typeface="Lucida Sans"/>
              </a:rPr>
              <a:t>M</a:t>
            </a:r>
            <a:r>
              <a:rPr sz="2050" spc="-180" dirty="0">
                <a:solidFill>
                  <a:srgbClr val="FFFFFF"/>
                </a:solidFill>
                <a:latin typeface="Lucida Sans"/>
                <a:cs typeface="Lucida Sans"/>
              </a:rPr>
              <a:t> </a:t>
            </a:r>
            <a:r>
              <a:rPr sz="2050" dirty="0">
                <a:solidFill>
                  <a:srgbClr val="FFFFFF"/>
                </a:solidFill>
                <a:latin typeface="Lucida Sans"/>
                <a:cs typeface="Lucida Sans"/>
              </a:rPr>
              <a:t>E</a:t>
            </a:r>
            <a:r>
              <a:rPr sz="2050" spc="-185" dirty="0">
                <a:solidFill>
                  <a:srgbClr val="FFFFFF"/>
                </a:solidFill>
                <a:latin typeface="Lucida Sans"/>
                <a:cs typeface="Lucida Sans"/>
              </a:rPr>
              <a:t> </a:t>
            </a:r>
            <a:r>
              <a:rPr sz="2050" spc="90" dirty="0">
                <a:solidFill>
                  <a:srgbClr val="FFFFFF"/>
                </a:solidFill>
                <a:latin typeface="Lucida Sans"/>
                <a:cs typeface="Lucida Sans"/>
              </a:rPr>
              <a:t>N</a:t>
            </a:r>
            <a:r>
              <a:rPr sz="2050" spc="-185" dirty="0">
                <a:solidFill>
                  <a:srgbClr val="FFFFFF"/>
                </a:solidFill>
                <a:latin typeface="Lucida Sans"/>
                <a:cs typeface="Lucida Sans"/>
              </a:rPr>
              <a:t> </a:t>
            </a:r>
            <a:r>
              <a:rPr sz="2050" spc="-50" dirty="0">
                <a:solidFill>
                  <a:srgbClr val="FFFFFF"/>
                </a:solidFill>
                <a:latin typeface="Lucida Sans"/>
                <a:cs typeface="Lucida Sans"/>
              </a:rPr>
              <a:t>T</a:t>
            </a:r>
            <a:r>
              <a:rPr sz="2050" dirty="0">
                <a:solidFill>
                  <a:srgbClr val="FFFFFF"/>
                </a:solidFill>
                <a:latin typeface="Lucida Sans"/>
                <a:cs typeface="Lucida Sans"/>
              </a:rPr>
              <a:t>	</a:t>
            </a:r>
            <a:r>
              <a:rPr sz="2050" spc="-50" dirty="0">
                <a:solidFill>
                  <a:srgbClr val="FFFFFF"/>
                </a:solidFill>
                <a:latin typeface="Lucida Sans"/>
                <a:cs typeface="Lucida Sans"/>
              </a:rPr>
              <a:t>3</a:t>
            </a:r>
            <a:endParaRPr sz="2050">
              <a:latin typeface="Lucida Sans"/>
              <a:cs typeface="Lucida Sans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8904242" y="6252242"/>
            <a:ext cx="5042535" cy="2628265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sz="2150" b="1" spc="-105" dirty="0">
                <a:solidFill>
                  <a:srgbClr val="FFFFFF"/>
                </a:solidFill>
                <a:latin typeface="Century Gothic"/>
                <a:cs typeface="Century Gothic"/>
              </a:rPr>
              <a:t>Ngoc</a:t>
            </a:r>
            <a:r>
              <a:rPr sz="2150" b="1" spc="-90" dirty="0">
                <a:solidFill>
                  <a:srgbClr val="FFFFFF"/>
                </a:solidFill>
                <a:latin typeface="Century Gothic"/>
                <a:cs typeface="Century Gothic"/>
              </a:rPr>
              <a:t> </a:t>
            </a:r>
            <a:r>
              <a:rPr sz="2150" b="1" dirty="0">
                <a:solidFill>
                  <a:srgbClr val="FFFFFF"/>
                </a:solidFill>
                <a:latin typeface="Century Gothic"/>
                <a:cs typeface="Century Gothic"/>
              </a:rPr>
              <a:t>Nhat</a:t>
            </a:r>
            <a:r>
              <a:rPr sz="2150" b="1" spc="-90" dirty="0">
                <a:solidFill>
                  <a:srgbClr val="FFFFFF"/>
                </a:solidFill>
                <a:latin typeface="Century Gothic"/>
                <a:cs typeface="Century Gothic"/>
              </a:rPr>
              <a:t> </a:t>
            </a:r>
            <a:r>
              <a:rPr sz="2150" b="1" dirty="0">
                <a:solidFill>
                  <a:srgbClr val="FFFFFF"/>
                </a:solidFill>
                <a:latin typeface="Century Gothic"/>
                <a:cs typeface="Century Gothic"/>
              </a:rPr>
              <a:t>(Jayden)</a:t>
            </a:r>
            <a:r>
              <a:rPr sz="2150" b="1" spc="-85" dirty="0">
                <a:solidFill>
                  <a:srgbClr val="FFFFFF"/>
                </a:solidFill>
                <a:latin typeface="Century Gothic"/>
                <a:cs typeface="Century Gothic"/>
              </a:rPr>
              <a:t> </a:t>
            </a:r>
            <a:r>
              <a:rPr sz="2150" b="1" spc="-10" dirty="0">
                <a:solidFill>
                  <a:srgbClr val="FFFFFF"/>
                </a:solidFill>
                <a:latin typeface="Century Gothic"/>
                <a:cs typeface="Century Gothic"/>
              </a:rPr>
              <a:t>Pham</a:t>
            </a:r>
            <a:r>
              <a:rPr sz="2150" b="1" spc="-90" dirty="0">
                <a:solidFill>
                  <a:srgbClr val="FFFFFF"/>
                </a:solidFill>
                <a:latin typeface="Century Gothic"/>
                <a:cs typeface="Century Gothic"/>
              </a:rPr>
              <a:t> </a:t>
            </a:r>
            <a:r>
              <a:rPr sz="2150" b="1" spc="229" dirty="0">
                <a:solidFill>
                  <a:srgbClr val="FFFFFF"/>
                </a:solidFill>
                <a:latin typeface="Century Gothic"/>
                <a:cs typeface="Century Gothic"/>
              </a:rPr>
              <a:t>-</a:t>
            </a:r>
            <a:r>
              <a:rPr sz="2150" b="1" spc="-85" dirty="0">
                <a:solidFill>
                  <a:srgbClr val="FFFFFF"/>
                </a:solidFill>
                <a:latin typeface="Century Gothic"/>
                <a:cs typeface="Century Gothic"/>
              </a:rPr>
              <a:t> </a:t>
            </a:r>
            <a:r>
              <a:rPr sz="2150" b="1" spc="-10" dirty="0">
                <a:solidFill>
                  <a:srgbClr val="FFFFFF"/>
                </a:solidFill>
                <a:latin typeface="Century Gothic"/>
                <a:cs typeface="Century Gothic"/>
              </a:rPr>
              <a:t>47958162</a:t>
            </a:r>
            <a:endParaRPr sz="2150">
              <a:latin typeface="Century Gothic"/>
              <a:cs typeface="Century Gothic"/>
            </a:endParaRPr>
          </a:p>
          <a:p>
            <a:pPr>
              <a:lnSpc>
                <a:spcPct val="100000"/>
              </a:lnSpc>
              <a:spcBef>
                <a:spcPts val="735"/>
              </a:spcBef>
            </a:pPr>
            <a:endParaRPr sz="2150">
              <a:latin typeface="Century Gothic"/>
              <a:cs typeface="Century Gothic"/>
            </a:endParaRPr>
          </a:p>
          <a:p>
            <a:pPr marL="239395">
              <a:lnSpc>
                <a:spcPct val="100000"/>
              </a:lnSpc>
              <a:spcBef>
                <a:spcPts val="5"/>
              </a:spcBef>
            </a:pPr>
            <a:r>
              <a:rPr sz="2150" b="1" dirty="0">
                <a:solidFill>
                  <a:srgbClr val="FFFFFF"/>
                </a:solidFill>
                <a:latin typeface="Century Gothic"/>
                <a:cs typeface="Century Gothic"/>
              </a:rPr>
              <a:t>Kathleen</a:t>
            </a:r>
            <a:r>
              <a:rPr sz="2150" b="1" spc="-80" dirty="0">
                <a:solidFill>
                  <a:srgbClr val="FFFFFF"/>
                </a:solidFill>
                <a:latin typeface="Century Gothic"/>
                <a:cs typeface="Century Gothic"/>
              </a:rPr>
              <a:t> </a:t>
            </a:r>
            <a:r>
              <a:rPr sz="2150" b="1" spc="-70" dirty="0">
                <a:solidFill>
                  <a:srgbClr val="FFFFFF"/>
                </a:solidFill>
                <a:latin typeface="Century Gothic"/>
                <a:cs typeface="Century Gothic"/>
              </a:rPr>
              <a:t>Obcemane</a:t>
            </a:r>
            <a:r>
              <a:rPr sz="2150" b="1" spc="-80" dirty="0">
                <a:solidFill>
                  <a:srgbClr val="FFFFFF"/>
                </a:solidFill>
                <a:latin typeface="Century Gothic"/>
                <a:cs typeface="Century Gothic"/>
              </a:rPr>
              <a:t> </a:t>
            </a:r>
            <a:r>
              <a:rPr sz="2150" b="1" spc="229" dirty="0">
                <a:solidFill>
                  <a:srgbClr val="FFFFFF"/>
                </a:solidFill>
                <a:latin typeface="Century Gothic"/>
                <a:cs typeface="Century Gothic"/>
              </a:rPr>
              <a:t>-</a:t>
            </a:r>
            <a:r>
              <a:rPr sz="2150" b="1" spc="-80" dirty="0">
                <a:solidFill>
                  <a:srgbClr val="FFFFFF"/>
                </a:solidFill>
                <a:latin typeface="Century Gothic"/>
                <a:cs typeface="Century Gothic"/>
              </a:rPr>
              <a:t> </a:t>
            </a:r>
            <a:r>
              <a:rPr sz="2150" b="1" spc="135" dirty="0">
                <a:solidFill>
                  <a:srgbClr val="FFFFFF"/>
                </a:solidFill>
                <a:latin typeface="Century Gothic"/>
                <a:cs typeface="Century Gothic"/>
              </a:rPr>
              <a:t>46964452</a:t>
            </a:r>
            <a:endParaRPr sz="2150">
              <a:latin typeface="Century Gothic"/>
              <a:cs typeface="Century Gothic"/>
            </a:endParaRPr>
          </a:p>
          <a:p>
            <a:pPr marL="984250" marR="755015">
              <a:lnSpc>
                <a:spcPct val="230799"/>
              </a:lnSpc>
              <a:spcBef>
                <a:spcPts val="25"/>
              </a:spcBef>
            </a:pPr>
            <a:r>
              <a:rPr sz="2150" b="1" spc="-65" dirty="0">
                <a:solidFill>
                  <a:srgbClr val="FFFFFF"/>
                </a:solidFill>
                <a:latin typeface="Century Gothic"/>
                <a:cs typeface="Century Gothic"/>
              </a:rPr>
              <a:t>Mia</a:t>
            </a:r>
            <a:r>
              <a:rPr sz="2150" b="1" spc="-80" dirty="0">
                <a:solidFill>
                  <a:srgbClr val="FFFFFF"/>
                </a:solidFill>
                <a:latin typeface="Century Gothic"/>
                <a:cs typeface="Century Gothic"/>
              </a:rPr>
              <a:t> </a:t>
            </a:r>
            <a:r>
              <a:rPr sz="2150" b="1" spc="-20" dirty="0">
                <a:solidFill>
                  <a:srgbClr val="FFFFFF"/>
                </a:solidFill>
                <a:latin typeface="Century Gothic"/>
                <a:cs typeface="Century Gothic"/>
              </a:rPr>
              <a:t>Credaro</a:t>
            </a:r>
            <a:r>
              <a:rPr sz="2150" b="1" spc="-80" dirty="0">
                <a:solidFill>
                  <a:srgbClr val="FFFFFF"/>
                </a:solidFill>
                <a:latin typeface="Century Gothic"/>
                <a:cs typeface="Century Gothic"/>
              </a:rPr>
              <a:t> </a:t>
            </a:r>
            <a:r>
              <a:rPr sz="2150" b="1" spc="229" dirty="0">
                <a:solidFill>
                  <a:srgbClr val="FFFFFF"/>
                </a:solidFill>
                <a:latin typeface="Century Gothic"/>
                <a:cs typeface="Century Gothic"/>
              </a:rPr>
              <a:t>-</a:t>
            </a:r>
            <a:r>
              <a:rPr sz="2150" b="1" spc="-80" dirty="0">
                <a:solidFill>
                  <a:srgbClr val="FFFFFF"/>
                </a:solidFill>
                <a:latin typeface="Century Gothic"/>
                <a:cs typeface="Century Gothic"/>
              </a:rPr>
              <a:t> </a:t>
            </a:r>
            <a:r>
              <a:rPr sz="2150" b="1" spc="35" dirty="0">
                <a:solidFill>
                  <a:srgbClr val="FFFFFF"/>
                </a:solidFill>
                <a:latin typeface="Century Gothic"/>
                <a:cs typeface="Century Gothic"/>
              </a:rPr>
              <a:t>47614536 </a:t>
            </a:r>
            <a:r>
              <a:rPr sz="2150" b="1" dirty="0">
                <a:solidFill>
                  <a:srgbClr val="FFFFFF"/>
                </a:solidFill>
                <a:latin typeface="Century Gothic"/>
                <a:cs typeface="Century Gothic"/>
              </a:rPr>
              <a:t>Katrina</a:t>
            </a:r>
            <a:r>
              <a:rPr sz="2150" b="1" spc="-5" dirty="0">
                <a:solidFill>
                  <a:srgbClr val="FFFFFF"/>
                </a:solidFill>
                <a:latin typeface="Century Gothic"/>
                <a:cs typeface="Century Gothic"/>
              </a:rPr>
              <a:t> </a:t>
            </a:r>
            <a:r>
              <a:rPr sz="2150" b="1" dirty="0">
                <a:solidFill>
                  <a:srgbClr val="FFFFFF"/>
                </a:solidFill>
                <a:latin typeface="Century Gothic"/>
                <a:cs typeface="Century Gothic"/>
              </a:rPr>
              <a:t>Lopez</a:t>
            </a:r>
            <a:r>
              <a:rPr sz="2150" b="1" spc="-5" dirty="0">
                <a:solidFill>
                  <a:srgbClr val="FFFFFF"/>
                </a:solidFill>
                <a:latin typeface="Century Gothic"/>
                <a:cs typeface="Century Gothic"/>
              </a:rPr>
              <a:t> </a:t>
            </a:r>
            <a:r>
              <a:rPr sz="2150" b="1" spc="229" dirty="0">
                <a:solidFill>
                  <a:srgbClr val="FFFFFF"/>
                </a:solidFill>
                <a:latin typeface="Century Gothic"/>
                <a:cs typeface="Century Gothic"/>
              </a:rPr>
              <a:t>-</a:t>
            </a:r>
            <a:r>
              <a:rPr sz="2150" b="1" spc="-5" dirty="0">
                <a:solidFill>
                  <a:srgbClr val="FFFFFF"/>
                </a:solidFill>
                <a:latin typeface="Century Gothic"/>
                <a:cs typeface="Century Gothic"/>
              </a:rPr>
              <a:t> </a:t>
            </a:r>
            <a:r>
              <a:rPr sz="2150" b="1" spc="-10" dirty="0">
                <a:solidFill>
                  <a:srgbClr val="FFFFFF"/>
                </a:solidFill>
                <a:latin typeface="Century Gothic"/>
                <a:cs typeface="Century Gothic"/>
              </a:rPr>
              <a:t>45218153</a:t>
            </a:r>
            <a:endParaRPr sz="2150">
              <a:latin typeface="Century Gothic"/>
              <a:cs typeface="Century Gothic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</TotalTime>
  <Words>849</Words>
  <Application>Microsoft Macintosh PowerPoint</Application>
  <PresentationFormat>Custom</PresentationFormat>
  <Paragraphs>191</Paragraphs>
  <Slides>17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5" baseType="lpstr">
      <vt:lpstr>Arial Black</vt:lpstr>
      <vt:lpstr>Century Gothic</vt:lpstr>
      <vt:lpstr>Gill Sans MT</vt:lpstr>
      <vt:lpstr>Lucida Sans</vt:lpstr>
      <vt:lpstr>Lucida Sans Unicode</vt:lpstr>
      <vt:lpstr>Tahoma</vt:lpstr>
      <vt:lpstr>Trebuchet MS</vt:lpstr>
      <vt:lpstr>Office Theme</vt:lpstr>
      <vt:lpstr>PowerPoint Presentation</vt:lpstr>
      <vt:lpstr>PowerPoint Presentation</vt:lpstr>
      <vt:lpstr>Login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Login</vt:lpstr>
      <vt:lpstr>MARKETPLACE BROWSE PAGE</vt:lpstr>
      <vt:lpstr>KATHLEEN OBCEMANE</vt:lpstr>
      <vt:lpstr>MIA</vt:lpstr>
      <vt:lpstr>KATRINA LOPEZ</vt:lpstr>
      <vt:lpstr>THANK YOU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Campus Marketplace</dc:title>
  <dc:creator>Kat Lopez</dc:creator>
  <cp:keywords>DAHK7xOuIYE,BAC_Gh16t8A,0</cp:keywords>
  <cp:lastModifiedBy>Mia Credaro</cp:lastModifiedBy>
  <cp:revision>1</cp:revision>
  <dcterms:created xsi:type="dcterms:W3CDTF">2026-06-04T04:58:25Z</dcterms:created>
  <dcterms:modified xsi:type="dcterms:W3CDTF">2026-06-04T05:00:49Z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2026-06-04T00:00:00Z</vt:filetime>
  </property>
  <property fmtid="{D5CDD505-2E9C-101B-9397-08002B2CF9AE}" pid="3" name="Creator">
    <vt:lpwstr>Canva</vt:lpwstr>
  </property>
  <property fmtid="{D5CDD505-2E9C-101B-9397-08002B2CF9AE}" pid="4" name="LastSaved">
    <vt:filetime>2026-06-04T00:00:00Z</vt:filetime>
  </property>
  <property fmtid="{D5CDD505-2E9C-101B-9397-08002B2CF9AE}" pid="5" name="Producer">
    <vt:lpwstr>3-Heights(TM) PDF Security Shell 4.8.25.2 (http://www.pdf-tools.com)</vt:lpwstr>
  </property>
</Properties>
</file>